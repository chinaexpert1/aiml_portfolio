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32"/>
  </p:notesMasterIdLst>
  <p:handoutMasterIdLst>
    <p:handoutMasterId r:id="rId33"/>
  </p:handoutMasterIdLst>
  <p:sldIdLst>
    <p:sldId id="264" r:id="rId6"/>
    <p:sldId id="256" r:id="rId7"/>
    <p:sldId id="744" r:id="rId8"/>
    <p:sldId id="760" r:id="rId9"/>
    <p:sldId id="765" r:id="rId10"/>
    <p:sldId id="766" r:id="rId11"/>
    <p:sldId id="767" r:id="rId12"/>
    <p:sldId id="768" r:id="rId13"/>
    <p:sldId id="769" r:id="rId14"/>
    <p:sldId id="770" r:id="rId15"/>
    <p:sldId id="771" r:id="rId16"/>
    <p:sldId id="772" r:id="rId17"/>
    <p:sldId id="774" r:id="rId18"/>
    <p:sldId id="776" r:id="rId19"/>
    <p:sldId id="775" r:id="rId20"/>
    <p:sldId id="777" r:id="rId21"/>
    <p:sldId id="778" r:id="rId22"/>
    <p:sldId id="779" r:id="rId23"/>
    <p:sldId id="780" r:id="rId24"/>
    <p:sldId id="781" r:id="rId25"/>
    <p:sldId id="782" r:id="rId26"/>
    <p:sldId id="783" r:id="rId27"/>
    <p:sldId id="784" r:id="rId28"/>
    <p:sldId id="785" r:id="rId29"/>
    <p:sldId id="786" r:id="rId30"/>
    <p:sldId id="787" r:id="rId31"/>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000000"/>
    <a:srgbClr val="A30000"/>
    <a:srgbClr val="E7EFF7"/>
    <a:srgbClr val="CBDDEF"/>
    <a:srgbClr val="004A78"/>
    <a:srgbClr val="006298"/>
    <a:srgbClr val="FF6300"/>
    <a:srgbClr val="E9255F"/>
    <a:srgbClr val="009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95" autoAdjust="0"/>
    <p:restoredTop sz="93968" autoAdjust="0"/>
  </p:normalViewPr>
  <p:slideViewPr>
    <p:cSldViewPr snapToGrid="0" snapToObjects="1">
      <p:cViewPr varScale="1">
        <p:scale>
          <a:sx n="113" d="100"/>
          <a:sy n="113" d="100"/>
        </p:scale>
        <p:origin x="108" y="240"/>
      </p:cViewPr>
      <p:guideLst>
        <p:guide orient="horz" pos="2160"/>
        <p:guide pos="3840"/>
      </p:guideLst>
    </p:cSldViewPr>
  </p:slideViewPr>
  <p:outlineViewPr>
    <p:cViewPr>
      <p:scale>
        <a:sx n="33" d="100"/>
        <a:sy n="33" d="100"/>
      </p:scale>
      <p:origin x="0" y="-14040"/>
    </p:cViewPr>
  </p:outlineViewPr>
  <p:notesTextViewPr>
    <p:cViewPr>
      <p:scale>
        <a:sx n="20" d="100"/>
        <a:sy n="20" d="100"/>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4" Type="http://schemas.openxmlformats.org/officeDocument/2006/relationships/image" Target="../media/image6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 Id="rId4"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5E8AA413-85C6-40F2-B867-268CAAA7E377}" type="datetimeFigureOut">
              <a:rPr lang="en-US" smtClean="0"/>
              <a:t>6/29/2022</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6767803E-66EE-42CE-8DFB-98553954E472}" type="slidenum">
              <a:rPr lang="en-US" smtClean="0"/>
              <a:t>‹#›</a:t>
            </a:fld>
            <a:endParaRPr lang="en-US"/>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6/29/2022</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a:t>
            </a:fld>
            <a:endParaRPr lang="en-US"/>
          </a:p>
        </p:txBody>
      </p:sp>
    </p:spTree>
    <p:extLst>
      <p:ext uri="{BB962C8B-B14F-4D97-AF65-F5344CB8AC3E}">
        <p14:creationId xmlns:p14="http://schemas.microsoft.com/office/powerpoint/2010/main" val="3760113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IN" dirty="0"/>
              <a:t>Stewart, </a:t>
            </a:r>
            <a:r>
              <a:rPr lang="en-IN" dirty="0" smtClean="0"/>
              <a:t>Calculus: Early Transcendentals, </a:t>
            </a:r>
            <a:r>
              <a:rPr lang="en-IN" dirty="0"/>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dirty="0"/>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IN" dirty="0"/>
              <a:t>Stewart, </a:t>
            </a:r>
            <a:r>
              <a:rPr lang="en-IN" dirty="0" smtClean="0"/>
              <a:t>Calculus: Early Transcendentals, </a:t>
            </a:r>
            <a:r>
              <a:rPr lang="en-IN" dirty="0"/>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dirty="0"/>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a:t>Click icon to add picture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IN" dirty="0"/>
              <a:t>Stewart, </a:t>
            </a:r>
            <a:r>
              <a:rPr lang="en-IN" dirty="0" smtClean="0"/>
              <a:t>Calculus: Early Transcendentals, </a:t>
            </a:r>
            <a:r>
              <a:rPr lang="en-IN" dirty="0"/>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4597932"/>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8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 xmlns:a16="http://schemas.microsoft.com/office/drawing/2014/main" id="{33CAFFAB-D02A-4827-AE87-997A2FEFF7C9}"/>
              </a:ext>
            </a:extLst>
          </p:cNvPr>
          <p:cNvSpPr>
            <a:spLocks noGrp="1"/>
          </p:cNvSpPr>
          <p:nvPr>
            <p:ph sz="quarter" idx="23"/>
          </p:nvPr>
        </p:nvSpPr>
        <p:spPr>
          <a:xfrm>
            <a:off x="736600" y="1289050"/>
            <a:ext cx="10718800" cy="477838"/>
          </a:xfrm>
        </p:spPr>
        <p:txBody>
          <a:bodyPr/>
          <a:lstStyle>
            <a:lvl1pPr>
              <a:defRPr sz="2400" baseline="0"/>
            </a:lvl1pPr>
          </a:lstStyle>
          <a:p>
            <a:pPr lvl="0"/>
            <a:endParaRPr lang="en-IN" dirty="0"/>
          </a:p>
        </p:txBody>
      </p:sp>
      <p:sp>
        <p:nvSpPr>
          <p:cNvPr id="9" name="Content Placeholder 8">
            <a:extLst>
              <a:ext uri="{FF2B5EF4-FFF2-40B4-BE49-F238E27FC236}">
                <a16:creationId xmlns="" xmlns:a16="http://schemas.microsoft.com/office/drawing/2014/main" id="{B9A7B7D7-2DF8-452E-BA1E-18C442B03366}"/>
              </a:ext>
            </a:extLst>
          </p:cNvPr>
          <p:cNvSpPr>
            <a:spLocks noGrp="1"/>
          </p:cNvSpPr>
          <p:nvPr>
            <p:ph sz="quarter" idx="24"/>
          </p:nvPr>
        </p:nvSpPr>
        <p:spPr>
          <a:xfrm>
            <a:off x="736600" y="1857375"/>
            <a:ext cx="10712450" cy="401638"/>
          </a:xfrm>
        </p:spPr>
        <p:txBody>
          <a:bodyPr/>
          <a:lstStyle>
            <a:lvl1pPr>
              <a:defRPr sz="2400" baseline="0"/>
            </a:lvl1pPr>
          </a:lstStyle>
          <a:p>
            <a:pPr lvl="0"/>
            <a:endParaRPr lang="en-IN" dirty="0"/>
          </a:p>
        </p:txBody>
      </p:sp>
      <p:sp>
        <p:nvSpPr>
          <p:cNvPr id="13" name="Content Placeholder 12">
            <a:extLst>
              <a:ext uri="{FF2B5EF4-FFF2-40B4-BE49-F238E27FC236}">
                <a16:creationId xmlns="" xmlns:a16="http://schemas.microsoft.com/office/drawing/2014/main" id="{89B09F51-CF40-4AAA-A94C-84D97B45B6D8}"/>
              </a:ext>
            </a:extLst>
          </p:cNvPr>
          <p:cNvSpPr>
            <a:spLocks noGrp="1"/>
          </p:cNvSpPr>
          <p:nvPr>
            <p:ph sz="quarter" idx="25"/>
          </p:nvPr>
        </p:nvSpPr>
        <p:spPr>
          <a:xfrm>
            <a:off x="736600" y="2324100"/>
            <a:ext cx="10712450" cy="522288"/>
          </a:xfrm>
        </p:spPr>
        <p:txBody>
          <a:bodyPr/>
          <a:lstStyle>
            <a:lvl1pPr>
              <a:defRPr sz="2400" baseline="0"/>
            </a:lvl1pPr>
          </a:lstStyle>
          <a:p>
            <a:pPr lvl="0"/>
            <a:endParaRPr lang="en-IN" dirty="0"/>
          </a:p>
        </p:txBody>
      </p:sp>
      <p:sp>
        <p:nvSpPr>
          <p:cNvPr id="17" name="Content Placeholder 16">
            <a:extLst>
              <a:ext uri="{FF2B5EF4-FFF2-40B4-BE49-F238E27FC236}">
                <a16:creationId xmlns="" xmlns:a16="http://schemas.microsoft.com/office/drawing/2014/main" id="{6788B3C7-3EF3-4B5A-80D3-A8A1A0C2AD5F}"/>
              </a:ext>
            </a:extLst>
          </p:cNvPr>
          <p:cNvSpPr>
            <a:spLocks noGrp="1"/>
          </p:cNvSpPr>
          <p:nvPr>
            <p:ph sz="quarter" idx="26"/>
          </p:nvPr>
        </p:nvSpPr>
        <p:spPr>
          <a:xfrm>
            <a:off x="736600" y="2967038"/>
            <a:ext cx="10718800" cy="485775"/>
          </a:xfrm>
        </p:spPr>
        <p:txBody>
          <a:bodyPr/>
          <a:lstStyle>
            <a:lvl1pPr>
              <a:defRPr sz="2400" baseline="0"/>
            </a:lvl1pPr>
          </a:lstStyle>
          <a:p>
            <a:pPr lvl="0"/>
            <a:endParaRPr lang="en-IN"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65603226"/>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7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 xmlns:a16="http://schemas.microsoft.com/office/drawing/2014/main" id="{33CAFFAB-D02A-4827-AE87-997A2FEFF7C9}"/>
              </a:ext>
            </a:extLst>
          </p:cNvPr>
          <p:cNvSpPr>
            <a:spLocks noGrp="1"/>
          </p:cNvSpPr>
          <p:nvPr>
            <p:ph sz="quarter" idx="23"/>
          </p:nvPr>
        </p:nvSpPr>
        <p:spPr>
          <a:xfrm>
            <a:off x="736600" y="1289050"/>
            <a:ext cx="10718800" cy="477838"/>
          </a:xfrm>
        </p:spPr>
        <p:txBody>
          <a:bodyPr/>
          <a:lstStyle>
            <a:lvl1pPr>
              <a:defRPr sz="2400" baseline="0"/>
            </a:lvl1pPr>
          </a:lstStyle>
          <a:p>
            <a:pPr lvl="0"/>
            <a:endParaRPr lang="en-IN" dirty="0"/>
          </a:p>
        </p:txBody>
      </p:sp>
      <p:sp>
        <p:nvSpPr>
          <p:cNvPr id="9" name="Content Placeholder 8">
            <a:extLst>
              <a:ext uri="{FF2B5EF4-FFF2-40B4-BE49-F238E27FC236}">
                <a16:creationId xmlns="" xmlns:a16="http://schemas.microsoft.com/office/drawing/2014/main" id="{B9A7B7D7-2DF8-452E-BA1E-18C442B03366}"/>
              </a:ext>
            </a:extLst>
          </p:cNvPr>
          <p:cNvSpPr>
            <a:spLocks noGrp="1"/>
          </p:cNvSpPr>
          <p:nvPr>
            <p:ph sz="quarter" idx="24"/>
          </p:nvPr>
        </p:nvSpPr>
        <p:spPr>
          <a:xfrm>
            <a:off x="736600" y="1857375"/>
            <a:ext cx="10712450" cy="401638"/>
          </a:xfrm>
        </p:spPr>
        <p:txBody>
          <a:bodyPr/>
          <a:lstStyle>
            <a:lvl1pPr>
              <a:defRPr sz="2400" baseline="0"/>
            </a:lvl1pPr>
          </a:lstStyle>
          <a:p>
            <a:pPr lvl="0"/>
            <a:endParaRPr lang="en-IN" dirty="0"/>
          </a:p>
        </p:txBody>
      </p:sp>
      <p:sp>
        <p:nvSpPr>
          <p:cNvPr id="13" name="Content Placeholder 12">
            <a:extLst>
              <a:ext uri="{FF2B5EF4-FFF2-40B4-BE49-F238E27FC236}">
                <a16:creationId xmlns="" xmlns:a16="http://schemas.microsoft.com/office/drawing/2014/main" id="{89B09F51-CF40-4AAA-A94C-84D97B45B6D8}"/>
              </a:ext>
            </a:extLst>
          </p:cNvPr>
          <p:cNvSpPr>
            <a:spLocks noGrp="1"/>
          </p:cNvSpPr>
          <p:nvPr>
            <p:ph sz="quarter" idx="25"/>
          </p:nvPr>
        </p:nvSpPr>
        <p:spPr>
          <a:xfrm>
            <a:off x="736600" y="2324100"/>
            <a:ext cx="10712450" cy="522288"/>
          </a:xfrm>
        </p:spPr>
        <p:txBody>
          <a:bodyPr/>
          <a:lstStyle>
            <a:lvl1pPr>
              <a:defRPr sz="2400" baseline="0"/>
            </a:lvl1pPr>
          </a:lstStyle>
          <a:p>
            <a:pPr lvl="0"/>
            <a:endParaRPr lang="en-IN" dirty="0"/>
          </a:p>
        </p:txBody>
      </p:sp>
      <p:sp>
        <p:nvSpPr>
          <p:cNvPr id="17" name="Content Placeholder 16">
            <a:extLst>
              <a:ext uri="{FF2B5EF4-FFF2-40B4-BE49-F238E27FC236}">
                <a16:creationId xmlns="" xmlns:a16="http://schemas.microsoft.com/office/drawing/2014/main" id="{6788B3C7-3EF3-4B5A-80D3-A8A1A0C2AD5F}"/>
              </a:ext>
            </a:extLst>
          </p:cNvPr>
          <p:cNvSpPr>
            <a:spLocks noGrp="1"/>
          </p:cNvSpPr>
          <p:nvPr>
            <p:ph sz="quarter" idx="26"/>
          </p:nvPr>
        </p:nvSpPr>
        <p:spPr>
          <a:xfrm>
            <a:off x="736600" y="2967038"/>
            <a:ext cx="10718800" cy="485775"/>
          </a:xfrm>
        </p:spPr>
        <p:txBody>
          <a:bodyPr/>
          <a:lstStyle>
            <a:lvl1pPr>
              <a:defRPr sz="2400" baseline="0"/>
            </a:lvl1pPr>
          </a:lstStyle>
          <a:p>
            <a:pPr lvl="0"/>
            <a:endParaRPr lang="en-IN" dirty="0"/>
          </a:p>
        </p:txBody>
      </p:sp>
      <p:sp>
        <p:nvSpPr>
          <p:cNvPr id="21" name="Content Placeholder 20">
            <a:extLst>
              <a:ext uri="{FF2B5EF4-FFF2-40B4-BE49-F238E27FC236}">
                <a16:creationId xmlns="" xmlns:a16="http://schemas.microsoft.com/office/drawing/2014/main" id="{A1F737A4-2F7D-4BFB-947F-3226D9E0119F}"/>
              </a:ext>
            </a:extLst>
          </p:cNvPr>
          <p:cNvSpPr>
            <a:spLocks noGrp="1"/>
          </p:cNvSpPr>
          <p:nvPr>
            <p:ph sz="quarter" idx="27"/>
          </p:nvPr>
        </p:nvSpPr>
        <p:spPr>
          <a:xfrm>
            <a:off x="736600" y="3554413"/>
            <a:ext cx="10718800" cy="550862"/>
          </a:xfrm>
        </p:spPr>
        <p:txBody>
          <a:bodyPr/>
          <a:lstStyle>
            <a:lvl1pPr>
              <a:defRPr sz="2400" baseline="0"/>
            </a:lvl1pPr>
          </a:lstStyle>
          <a:p>
            <a:pPr lvl="0"/>
            <a:endParaRPr lang="en-IN" dirty="0"/>
          </a:p>
        </p:txBody>
      </p:sp>
      <p:sp>
        <p:nvSpPr>
          <p:cNvPr id="23" name="Content Placeholder 22">
            <a:extLst>
              <a:ext uri="{FF2B5EF4-FFF2-40B4-BE49-F238E27FC236}">
                <a16:creationId xmlns="" xmlns:a16="http://schemas.microsoft.com/office/drawing/2014/main" id="{EE035FE6-F4A1-4279-9F12-F444E1A93C82}"/>
              </a:ext>
            </a:extLst>
          </p:cNvPr>
          <p:cNvSpPr>
            <a:spLocks noGrp="1"/>
          </p:cNvSpPr>
          <p:nvPr>
            <p:ph sz="quarter" idx="28"/>
          </p:nvPr>
        </p:nvSpPr>
        <p:spPr>
          <a:xfrm>
            <a:off x="736600" y="4227513"/>
            <a:ext cx="10712450" cy="587375"/>
          </a:xfrm>
        </p:spPr>
        <p:txBody>
          <a:bodyPr/>
          <a:lstStyle>
            <a:lvl1pPr>
              <a:defRPr sz="2400" baseline="0"/>
            </a:lvl1pPr>
          </a:lstStyle>
          <a:p>
            <a:pPr lvl="0"/>
            <a:endParaRPr lang="en-IN" dirty="0"/>
          </a:p>
        </p:txBody>
      </p:sp>
      <p:sp>
        <p:nvSpPr>
          <p:cNvPr id="25" name="Content Placeholder 24">
            <a:extLst>
              <a:ext uri="{FF2B5EF4-FFF2-40B4-BE49-F238E27FC236}">
                <a16:creationId xmlns="" xmlns:a16="http://schemas.microsoft.com/office/drawing/2014/main" id="{7F8DD86E-04B4-4621-A663-32DD94EFB017}"/>
              </a:ext>
            </a:extLst>
          </p:cNvPr>
          <p:cNvSpPr>
            <a:spLocks noGrp="1"/>
          </p:cNvSpPr>
          <p:nvPr>
            <p:ph sz="quarter" idx="29"/>
          </p:nvPr>
        </p:nvSpPr>
        <p:spPr>
          <a:xfrm>
            <a:off x="736600" y="4879975"/>
            <a:ext cx="10712450" cy="485775"/>
          </a:xfrm>
        </p:spPr>
        <p:txBody>
          <a:bodyPr/>
          <a:lstStyle>
            <a:lvl1pPr>
              <a:defRPr sz="2400" baseline="0"/>
            </a:lvl1pPr>
          </a:lstStyle>
          <a:p>
            <a:pPr lvl="0"/>
            <a:endParaRPr lang="en-IN" dirty="0"/>
          </a:p>
        </p:txBody>
      </p:sp>
      <p:sp>
        <p:nvSpPr>
          <p:cNvPr id="27" name="Content Placeholder 26">
            <a:extLst>
              <a:ext uri="{FF2B5EF4-FFF2-40B4-BE49-F238E27FC236}">
                <a16:creationId xmlns="" xmlns:a16="http://schemas.microsoft.com/office/drawing/2014/main" id="{5F5E9DF5-F2F6-40A1-854C-4DCB280C00C3}"/>
              </a:ext>
            </a:extLst>
          </p:cNvPr>
          <p:cNvSpPr>
            <a:spLocks noGrp="1"/>
          </p:cNvSpPr>
          <p:nvPr>
            <p:ph sz="quarter" idx="30"/>
          </p:nvPr>
        </p:nvSpPr>
        <p:spPr>
          <a:xfrm>
            <a:off x="736600" y="5430836"/>
            <a:ext cx="10718800" cy="550863"/>
          </a:xfrm>
        </p:spPr>
        <p:txBody>
          <a:bodyPr/>
          <a:lstStyle>
            <a:lvl1pPr>
              <a:defRPr sz="2400" baseline="0"/>
            </a:lvl1pPr>
          </a:lstStyle>
          <a:p>
            <a:pPr lvl="0"/>
            <a:endParaRPr lang="en-IN"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3426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 xmlns:a16="http://schemas.microsoft.com/office/drawing/2014/main" id="{33CAFFAB-D02A-4827-AE87-997A2FEFF7C9}"/>
              </a:ext>
            </a:extLst>
          </p:cNvPr>
          <p:cNvSpPr>
            <a:spLocks noGrp="1"/>
          </p:cNvSpPr>
          <p:nvPr>
            <p:ph sz="quarter" idx="23"/>
          </p:nvPr>
        </p:nvSpPr>
        <p:spPr>
          <a:xfrm>
            <a:off x="736600" y="1289050"/>
            <a:ext cx="5151016" cy="477838"/>
          </a:xfrm>
        </p:spPr>
        <p:txBody>
          <a:bodyPr/>
          <a:lstStyle>
            <a:lvl1pPr>
              <a:defRPr sz="2400" baseline="0"/>
            </a:lvl1pPr>
          </a:lstStyle>
          <a:p>
            <a:pPr lvl="0"/>
            <a:endParaRPr lang="en-IN" dirty="0"/>
          </a:p>
        </p:txBody>
      </p:sp>
      <p:sp>
        <p:nvSpPr>
          <p:cNvPr id="9" name="Content Placeholder 8">
            <a:extLst>
              <a:ext uri="{FF2B5EF4-FFF2-40B4-BE49-F238E27FC236}">
                <a16:creationId xmlns="" xmlns:a16="http://schemas.microsoft.com/office/drawing/2014/main" id="{B9A7B7D7-2DF8-452E-BA1E-18C442B03366}"/>
              </a:ext>
            </a:extLst>
          </p:cNvPr>
          <p:cNvSpPr>
            <a:spLocks noGrp="1"/>
          </p:cNvSpPr>
          <p:nvPr>
            <p:ph sz="quarter" idx="24"/>
          </p:nvPr>
        </p:nvSpPr>
        <p:spPr>
          <a:xfrm>
            <a:off x="6096000" y="1289051"/>
            <a:ext cx="5353050" cy="477838"/>
          </a:xfrm>
        </p:spPr>
        <p:txBody>
          <a:bodyPr/>
          <a:lstStyle>
            <a:lvl1pPr>
              <a:defRPr sz="2400" baseline="0"/>
            </a:lvl1pPr>
          </a:lstStyle>
          <a:p>
            <a:pPr lvl="0"/>
            <a:endParaRPr lang="en-IN" dirty="0"/>
          </a:p>
        </p:txBody>
      </p:sp>
      <p:sp>
        <p:nvSpPr>
          <p:cNvPr id="13" name="Content Placeholder 12">
            <a:extLst>
              <a:ext uri="{FF2B5EF4-FFF2-40B4-BE49-F238E27FC236}">
                <a16:creationId xmlns="" xmlns:a16="http://schemas.microsoft.com/office/drawing/2014/main" id="{89B09F51-CF40-4AAA-A94C-84D97B45B6D8}"/>
              </a:ext>
            </a:extLst>
          </p:cNvPr>
          <p:cNvSpPr>
            <a:spLocks noGrp="1"/>
          </p:cNvSpPr>
          <p:nvPr>
            <p:ph sz="quarter" idx="25"/>
          </p:nvPr>
        </p:nvSpPr>
        <p:spPr>
          <a:xfrm>
            <a:off x="736600" y="1889126"/>
            <a:ext cx="5151016" cy="473665"/>
          </a:xfrm>
        </p:spPr>
        <p:txBody>
          <a:bodyPr/>
          <a:lstStyle>
            <a:lvl1pPr>
              <a:defRPr sz="2400" baseline="0"/>
            </a:lvl1pPr>
          </a:lstStyle>
          <a:p>
            <a:pPr lvl="0"/>
            <a:endParaRPr lang="en-IN" dirty="0"/>
          </a:p>
        </p:txBody>
      </p:sp>
      <p:sp>
        <p:nvSpPr>
          <p:cNvPr id="17" name="Content Placeholder 16">
            <a:extLst>
              <a:ext uri="{FF2B5EF4-FFF2-40B4-BE49-F238E27FC236}">
                <a16:creationId xmlns="" xmlns:a16="http://schemas.microsoft.com/office/drawing/2014/main" id="{6788B3C7-3EF3-4B5A-80D3-A8A1A0C2AD5F}"/>
              </a:ext>
            </a:extLst>
          </p:cNvPr>
          <p:cNvSpPr>
            <a:spLocks noGrp="1"/>
          </p:cNvSpPr>
          <p:nvPr>
            <p:ph sz="quarter" idx="26"/>
          </p:nvPr>
        </p:nvSpPr>
        <p:spPr>
          <a:xfrm>
            <a:off x="6096000" y="1889126"/>
            <a:ext cx="5359400" cy="473665"/>
          </a:xfrm>
        </p:spPr>
        <p:txBody>
          <a:bodyPr/>
          <a:lstStyle>
            <a:lvl1pPr>
              <a:defRPr sz="2400" baseline="0"/>
            </a:lvl1pPr>
          </a:lstStyle>
          <a:p>
            <a:pPr lvl="0"/>
            <a:endParaRPr lang="en-IN" dirty="0"/>
          </a:p>
        </p:txBody>
      </p:sp>
      <p:sp>
        <p:nvSpPr>
          <p:cNvPr id="21" name="Content Placeholder 20">
            <a:extLst>
              <a:ext uri="{FF2B5EF4-FFF2-40B4-BE49-F238E27FC236}">
                <a16:creationId xmlns="" xmlns:a16="http://schemas.microsoft.com/office/drawing/2014/main" id="{A1F737A4-2F7D-4BFB-947F-3226D9E0119F}"/>
              </a:ext>
            </a:extLst>
          </p:cNvPr>
          <p:cNvSpPr>
            <a:spLocks noGrp="1"/>
          </p:cNvSpPr>
          <p:nvPr>
            <p:ph sz="quarter" idx="27"/>
          </p:nvPr>
        </p:nvSpPr>
        <p:spPr>
          <a:xfrm>
            <a:off x="736600" y="2485029"/>
            <a:ext cx="5151016" cy="587376"/>
          </a:xfrm>
        </p:spPr>
        <p:txBody>
          <a:bodyPr/>
          <a:lstStyle>
            <a:lvl1pPr>
              <a:defRPr sz="2400" baseline="0"/>
            </a:lvl1pPr>
          </a:lstStyle>
          <a:p>
            <a:pPr lvl="0"/>
            <a:endParaRPr lang="en-IN" dirty="0"/>
          </a:p>
        </p:txBody>
      </p:sp>
      <p:sp>
        <p:nvSpPr>
          <p:cNvPr id="23" name="Content Placeholder 22">
            <a:extLst>
              <a:ext uri="{FF2B5EF4-FFF2-40B4-BE49-F238E27FC236}">
                <a16:creationId xmlns="" xmlns:a16="http://schemas.microsoft.com/office/drawing/2014/main" id="{EE035FE6-F4A1-4279-9F12-F444E1A93C82}"/>
              </a:ext>
            </a:extLst>
          </p:cNvPr>
          <p:cNvSpPr>
            <a:spLocks noGrp="1"/>
          </p:cNvSpPr>
          <p:nvPr>
            <p:ph sz="quarter" idx="28"/>
          </p:nvPr>
        </p:nvSpPr>
        <p:spPr>
          <a:xfrm>
            <a:off x="6089648" y="2485030"/>
            <a:ext cx="5359401" cy="587376"/>
          </a:xfrm>
        </p:spPr>
        <p:txBody>
          <a:bodyPr/>
          <a:lstStyle>
            <a:lvl1pPr>
              <a:defRPr sz="2400" baseline="0"/>
            </a:lvl1pPr>
          </a:lstStyle>
          <a:p>
            <a:pPr lvl="0"/>
            <a:endParaRPr lang="en-IN" dirty="0"/>
          </a:p>
        </p:txBody>
      </p:sp>
      <p:sp>
        <p:nvSpPr>
          <p:cNvPr id="25" name="Content Placeholder 24">
            <a:extLst>
              <a:ext uri="{FF2B5EF4-FFF2-40B4-BE49-F238E27FC236}">
                <a16:creationId xmlns="" xmlns:a16="http://schemas.microsoft.com/office/drawing/2014/main" id="{7F8DD86E-04B4-4621-A663-32DD94EFB017}"/>
              </a:ext>
            </a:extLst>
          </p:cNvPr>
          <p:cNvSpPr>
            <a:spLocks noGrp="1"/>
          </p:cNvSpPr>
          <p:nvPr>
            <p:ph sz="quarter" idx="29"/>
          </p:nvPr>
        </p:nvSpPr>
        <p:spPr>
          <a:xfrm>
            <a:off x="736600" y="3194644"/>
            <a:ext cx="5151016" cy="444296"/>
          </a:xfrm>
        </p:spPr>
        <p:txBody>
          <a:bodyPr/>
          <a:lstStyle>
            <a:lvl1pPr>
              <a:defRPr sz="2400" baseline="0"/>
            </a:lvl1pPr>
          </a:lstStyle>
          <a:p>
            <a:pPr lvl="0"/>
            <a:endParaRPr lang="en-IN" dirty="0"/>
          </a:p>
        </p:txBody>
      </p:sp>
      <p:sp>
        <p:nvSpPr>
          <p:cNvPr id="27" name="Content Placeholder 26">
            <a:extLst>
              <a:ext uri="{FF2B5EF4-FFF2-40B4-BE49-F238E27FC236}">
                <a16:creationId xmlns="" xmlns:a16="http://schemas.microsoft.com/office/drawing/2014/main" id="{5F5E9DF5-F2F6-40A1-854C-4DCB280C00C3}"/>
              </a:ext>
            </a:extLst>
          </p:cNvPr>
          <p:cNvSpPr>
            <a:spLocks noGrp="1"/>
          </p:cNvSpPr>
          <p:nvPr>
            <p:ph sz="quarter" idx="30"/>
          </p:nvPr>
        </p:nvSpPr>
        <p:spPr>
          <a:xfrm>
            <a:off x="6096000" y="3194644"/>
            <a:ext cx="5359400" cy="443907"/>
          </a:xfrm>
        </p:spPr>
        <p:txBody>
          <a:bodyPr/>
          <a:lstStyle>
            <a:lvl1pPr>
              <a:defRPr sz="2400" baseline="0"/>
            </a:lvl1pPr>
          </a:lstStyle>
          <a:p>
            <a:pPr lvl="0"/>
            <a:endParaRPr lang="en-IN" dirty="0"/>
          </a:p>
        </p:txBody>
      </p:sp>
      <p:sp>
        <p:nvSpPr>
          <p:cNvPr id="6" name="Content Placeholder 5">
            <a:extLst>
              <a:ext uri="{FF2B5EF4-FFF2-40B4-BE49-F238E27FC236}">
                <a16:creationId xmlns="" xmlns:a16="http://schemas.microsoft.com/office/drawing/2014/main" id="{AA0DD209-502C-4CB2-BD80-B99716523D4A}"/>
              </a:ext>
            </a:extLst>
          </p:cNvPr>
          <p:cNvSpPr>
            <a:spLocks noGrp="1"/>
          </p:cNvSpPr>
          <p:nvPr>
            <p:ph sz="quarter" idx="31"/>
          </p:nvPr>
        </p:nvSpPr>
        <p:spPr>
          <a:xfrm>
            <a:off x="736600" y="3741738"/>
            <a:ext cx="5151438" cy="546100"/>
          </a:xfrm>
        </p:spPr>
        <p:txBody>
          <a:bodyPr/>
          <a:lstStyle>
            <a:lvl1pPr>
              <a:defRPr sz="2400" baseline="0"/>
            </a:lvl1pPr>
          </a:lstStyle>
          <a:p>
            <a:pPr lvl="0"/>
            <a:endParaRPr lang="en-IN" dirty="0"/>
          </a:p>
        </p:txBody>
      </p:sp>
      <p:sp>
        <p:nvSpPr>
          <p:cNvPr id="8" name="Content Placeholder 7">
            <a:extLst>
              <a:ext uri="{FF2B5EF4-FFF2-40B4-BE49-F238E27FC236}">
                <a16:creationId xmlns="" xmlns:a16="http://schemas.microsoft.com/office/drawing/2014/main" id="{A877F262-08D1-4F41-A06E-BE1B88A82DFE}"/>
              </a:ext>
            </a:extLst>
          </p:cNvPr>
          <p:cNvSpPr>
            <a:spLocks noGrp="1"/>
          </p:cNvSpPr>
          <p:nvPr>
            <p:ph sz="quarter" idx="32"/>
          </p:nvPr>
        </p:nvSpPr>
        <p:spPr>
          <a:xfrm>
            <a:off x="6096000" y="3741738"/>
            <a:ext cx="5353050" cy="541013"/>
          </a:xfrm>
        </p:spPr>
        <p:txBody>
          <a:bodyPr/>
          <a:lstStyle>
            <a:lvl1pPr>
              <a:defRPr sz="2400" baseline="0"/>
            </a:lvl1pPr>
          </a:lstStyle>
          <a:p>
            <a:pPr lvl="0"/>
            <a:endParaRPr lang="en-IN" dirty="0"/>
          </a:p>
        </p:txBody>
      </p:sp>
      <p:sp>
        <p:nvSpPr>
          <p:cNvPr id="11" name="Content Placeholder 10">
            <a:extLst>
              <a:ext uri="{FF2B5EF4-FFF2-40B4-BE49-F238E27FC236}">
                <a16:creationId xmlns="" xmlns:a16="http://schemas.microsoft.com/office/drawing/2014/main" id="{4CACC40D-7614-418A-B8FA-606268EC1513}"/>
              </a:ext>
            </a:extLst>
          </p:cNvPr>
          <p:cNvSpPr>
            <a:spLocks noGrp="1"/>
          </p:cNvSpPr>
          <p:nvPr>
            <p:ph sz="quarter" idx="33"/>
          </p:nvPr>
        </p:nvSpPr>
        <p:spPr>
          <a:xfrm>
            <a:off x="736600" y="4367213"/>
            <a:ext cx="5151438" cy="590550"/>
          </a:xfrm>
        </p:spPr>
        <p:txBody>
          <a:bodyPr/>
          <a:lstStyle>
            <a:lvl1pPr>
              <a:defRPr sz="2400" baseline="0"/>
            </a:lvl1pPr>
          </a:lstStyle>
          <a:p>
            <a:pPr lvl="0"/>
            <a:endParaRPr lang="en-IN" dirty="0"/>
          </a:p>
        </p:txBody>
      </p:sp>
      <p:sp>
        <p:nvSpPr>
          <p:cNvPr id="14" name="Content Placeholder 13">
            <a:extLst>
              <a:ext uri="{FF2B5EF4-FFF2-40B4-BE49-F238E27FC236}">
                <a16:creationId xmlns="" xmlns:a16="http://schemas.microsoft.com/office/drawing/2014/main" id="{2B713460-B4F9-45B0-8F05-4AF2F084A64C}"/>
              </a:ext>
            </a:extLst>
          </p:cNvPr>
          <p:cNvSpPr>
            <a:spLocks noGrp="1"/>
          </p:cNvSpPr>
          <p:nvPr>
            <p:ph sz="quarter" idx="34"/>
          </p:nvPr>
        </p:nvSpPr>
        <p:spPr>
          <a:xfrm>
            <a:off x="6089650" y="4346575"/>
            <a:ext cx="5353050" cy="590550"/>
          </a:xfrm>
        </p:spPr>
        <p:txBody>
          <a:bodyPr/>
          <a:lstStyle>
            <a:lvl1pPr>
              <a:defRPr sz="2400" baseline="0"/>
            </a:lvl1pPr>
          </a:lstStyle>
          <a:p>
            <a:pPr lvl="0"/>
            <a:endParaRPr lang="en-IN" dirty="0"/>
          </a:p>
        </p:txBody>
      </p:sp>
      <p:sp>
        <p:nvSpPr>
          <p:cNvPr id="16" name="Content Placeholder 15">
            <a:extLst>
              <a:ext uri="{FF2B5EF4-FFF2-40B4-BE49-F238E27FC236}">
                <a16:creationId xmlns="" xmlns:a16="http://schemas.microsoft.com/office/drawing/2014/main" id="{FF44DF68-C48B-47A4-ABA5-E06BB8F9B5D5}"/>
              </a:ext>
            </a:extLst>
          </p:cNvPr>
          <p:cNvSpPr>
            <a:spLocks noGrp="1"/>
          </p:cNvSpPr>
          <p:nvPr>
            <p:ph sz="quarter" idx="35"/>
          </p:nvPr>
        </p:nvSpPr>
        <p:spPr>
          <a:xfrm>
            <a:off x="736600" y="3933648"/>
            <a:ext cx="5151438" cy="539750"/>
          </a:xfrm>
        </p:spPr>
        <p:txBody>
          <a:bodyPr/>
          <a:lstStyle>
            <a:lvl1pPr>
              <a:defRPr sz="2400" baseline="0"/>
            </a:lvl1pPr>
          </a:lstStyle>
          <a:p>
            <a:pPr lvl="0"/>
            <a:endParaRPr lang="en-IN" dirty="0"/>
          </a:p>
        </p:txBody>
      </p:sp>
      <p:sp>
        <p:nvSpPr>
          <p:cNvPr id="19" name="Content Placeholder 18">
            <a:extLst>
              <a:ext uri="{FF2B5EF4-FFF2-40B4-BE49-F238E27FC236}">
                <a16:creationId xmlns="" xmlns:a16="http://schemas.microsoft.com/office/drawing/2014/main" id="{ED5D4001-1181-41BD-928D-243CDCCF73BB}"/>
              </a:ext>
            </a:extLst>
          </p:cNvPr>
          <p:cNvSpPr>
            <a:spLocks noGrp="1"/>
          </p:cNvSpPr>
          <p:nvPr>
            <p:ph sz="quarter" idx="36"/>
          </p:nvPr>
        </p:nvSpPr>
        <p:spPr>
          <a:xfrm>
            <a:off x="6089650" y="3941780"/>
            <a:ext cx="5359400" cy="546100"/>
          </a:xfrm>
        </p:spPr>
        <p:txBody>
          <a:bodyPr/>
          <a:lstStyle>
            <a:lvl1pPr>
              <a:defRPr sz="2400" baseline="0"/>
            </a:lvl1pPr>
          </a:lstStyle>
          <a:p>
            <a:pPr lvl="0"/>
            <a:endParaRPr lang="en-IN" dirty="0"/>
          </a:p>
        </p:txBody>
      </p:sp>
      <p:sp>
        <p:nvSpPr>
          <p:cNvPr id="22" name="Content Placeholder 21">
            <a:extLst>
              <a:ext uri="{FF2B5EF4-FFF2-40B4-BE49-F238E27FC236}">
                <a16:creationId xmlns="" xmlns:a16="http://schemas.microsoft.com/office/drawing/2014/main" id="{9255216D-96A5-4027-A6C8-BB99F1A32EE0}"/>
              </a:ext>
            </a:extLst>
          </p:cNvPr>
          <p:cNvSpPr>
            <a:spLocks noGrp="1"/>
          </p:cNvSpPr>
          <p:nvPr>
            <p:ph sz="quarter" idx="37"/>
          </p:nvPr>
        </p:nvSpPr>
        <p:spPr>
          <a:xfrm>
            <a:off x="736600" y="4573411"/>
            <a:ext cx="5151438" cy="476250"/>
          </a:xfrm>
        </p:spPr>
        <p:txBody>
          <a:bodyPr/>
          <a:lstStyle>
            <a:lvl1pPr>
              <a:defRPr sz="2400" baseline="0"/>
            </a:lvl1pPr>
          </a:lstStyle>
          <a:p>
            <a:pPr lvl="0"/>
            <a:endParaRPr lang="en-IN" dirty="0"/>
          </a:p>
        </p:txBody>
      </p:sp>
      <p:sp>
        <p:nvSpPr>
          <p:cNvPr id="26" name="Content Placeholder 25">
            <a:extLst>
              <a:ext uri="{FF2B5EF4-FFF2-40B4-BE49-F238E27FC236}">
                <a16:creationId xmlns="" xmlns:a16="http://schemas.microsoft.com/office/drawing/2014/main" id="{660989CE-8C44-49AC-90BD-D9233193206F}"/>
              </a:ext>
            </a:extLst>
          </p:cNvPr>
          <p:cNvSpPr>
            <a:spLocks noGrp="1"/>
          </p:cNvSpPr>
          <p:nvPr>
            <p:ph sz="quarter" idx="38"/>
          </p:nvPr>
        </p:nvSpPr>
        <p:spPr>
          <a:xfrm>
            <a:off x="6089650" y="4554749"/>
            <a:ext cx="5365750" cy="476250"/>
          </a:xfrm>
        </p:spPr>
        <p:txBody>
          <a:bodyPr/>
          <a:lstStyle>
            <a:lvl1pPr>
              <a:defRPr sz="2400" baseline="0"/>
            </a:lvl1pPr>
          </a:lstStyle>
          <a:p>
            <a:pPr lvl="0"/>
            <a:endParaRPr lang="en-IN"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
        <p:nvSpPr>
          <p:cNvPr id="7" name="Content Placeholder 6"/>
          <p:cNvSpPr>
            <a:spLocks noGrp="1"/>
          </p:cNvSpPr>
          <p:nvPr>
            <p:ph sz="quarter" idx="39"/>
          </p:nvPr>
        </p:nvSpPr>
        <p:spPr>
          <a:xfrm>
            <a:off x="736600" y="5219700"/>
            <a:ext cx="5214938" cy="404813"/>
          </a:xfrm>
        </p:spPr>
        <p:txBody>
          <a:bodyPr/>
          <a:lstStyle/>
          <a:p>
            <a:pPr lvl="0"/>
            <a:endParaRPr lang="en-US" dirty="0"/>
          </a:p>
        </p:txBody>
      </p:sp>
      <p:sp>
        <p:nvSpPr>
          <p:cNvPr id="24" name="Content Placeholder 6"/>
          <p:cNvSpPr>
            <a:spLocks noGrp="1"/>
          </p:cNvSpPr>
          <p:nvPr>
            <p:ph sz="quarter" idx="40"/>
          </p:nvPr>
        </p:nvSpPr>
        <p:spPr>
          <a:xfrm>
            <a:off x="742352" y="5699902"/>
            <a:ext cx="5214938" cy="404813"/>
          </a:xfrm>
        </p:spPr>
        <p:txBody>
          <a:bodyPr/>
          <a:lstStyle/>
          <a:p>
            <a:pPr lvl="0"/>
            <a:endParaRPr lang="en-US" dirty="0"/>
          </a:p>
        </p:txBody>
      </p:sp>
      <p:sp>
        <p:nvSpPr>
          <p:cNvPr id="28" name="Content Placeholder 6"/>
          <p:cNvSpPr>
            <a:spLocks noGrp="1"/>
          </p:cNvSpPr>
          <p:nvPr>
            <p:ph sz="quarter" idx="41"/>
          </p:nvPr>
        </p:nvSpPr>
        <p:spPr>
          <a:xfrm>
            <a:off x="5944070" y="5225454"/>
            <a:ext cx="5214938" cy="404813"/>
          </a:xfrm>
        </p:spPr>
        <p:txBody>
          <a:bodyPr/>
          <a:lstStyle/>
          <a:p>
            <a:pPr lvl="0"/>
            <a:endParaRPr lang="en-US" dirty="0"/>
          </a:p>
        </p:txBody>
      </p:sp>
    </p:spTree>
    <p:extLst>
      <p:ext uri="{BB962C8B-B14F-4D97-AF65-F5344CB8AC3E}">
        <p14:creationId xmlns:p14="http://schemas.microsoft.com/office/powerpoint/2010/main" val="629229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3572" y="1737343"/>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228600" indent="-228600">
              <a:buClr>
                <a:srgbClr val="004A78"/>
              </a:buClr>
              <a:buFont typeface="Arial" charset="0"/>
              <a:buChar char="•"/>
              <a:defRPr sz="1800">
                <a:solidFill>
                  <a:srgbClr val="000000"/>
                </a:solidFill>
              </a:defRPr>
            </a:lvl1pPr>
            <a:lvl2pPr marL="685800" indent="-228600">
              <a:buClr>
                <a:srgbClr val="004A78"/>
              </a:buClr>
              <a:buFont typeface="Arial" charset="0"/>
              <a:buChar char="•"/>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 xmlns:a16="http://schemas.microsoft.com/office/drawing/2014/main" id="{18ED9031-36FF-4E07-B750-15C3F3F0088B}"/>
              </a:ext>
            </a:extLst>
          </p:cNvPr>
          <p:cNvSpPr>
            <a:spLocks noGrp="1"/>
          </p:cNvSpPr>
          <p:nvPr>
            <p:ph sz="quarter" idx="12"/>
          </p:nvPr>
        </p:nvSpPr>
        <p:spPr>
          <a:xfrm>
            <a:off x="741971" y="1292277"/>
            <a:ext cx="10721975" cy="891825"/>
          </a:xfrm>
        </p:spPr>
        <p:txBody>
          <a:bodyPr/>
          <a:lstStyle>
            <a:lvl1pPr>
              <a:defRPr sz="2400" baseline="0"/>
            </a:lvl1pPr>
          </a:lstStyle>
          <a:p>
            <a:pPr lvl="0"/>
            <a:endParaRPr lang="en-IN" dirty="0"/>
          </a:p>
        </p:txBody>
      </p:sp>
      <p:sp>
        <p:nvSpPr>
          <p:cNvPr id="7" name="Content Placeholder 6">
            <a:extLst>
              <a:ext uri="{FF2B5EF4-FFF2-40B4-BE49-F238E27FC236}">
                <a16:creationId xmlns="" xmlns:a16="http://schemas.microsoft.com/office/drawing/2014/main" id="{4D3EDE0A-CD36-4494-A107-C14E180ECC1A}"/>
              </a:ext>
            </a:extLst>
          </p:cNvPr>
          <p:cNvSpPr>
            <a:spLocks noGrp="1"/>
          </p:cNvSpPr>
          <p:nvPr>
            <p:ph sz="quarter" idx="13"/>
          </p:nvPr>
        </p:nvSpPr>
        <p:spPr>
          <a:xfrm>
            <a:off x="733425" y="2295525"/>
            <a:ext cx="10721975" cy="590492"/>
          </a:xfrm>
        </p:spPr>
        <p:txBody>
          <a:bodyPr/>
          <a:lstStyle/>
          <a:p>
            <a:pPr lvl="0"/>
            <a:endParaRPr lang="en-IN" dirty="0"/>
          </a:p>
        </p:txBody>
      </p:sp>
      <p:sp>
        <p:nvSpPr>
          <p:cNvPr id="11" name="Content Placeholder 10">
            <a:extLst>
              <a:ext uri="{FF2B5EF4-FFF2-40B4-BE49-F238E27FC236}">
                <a16:creationId xmlns="" xmlns:a16="http://schemas.microsoft.com/office/drawing/2014/main" id="{221A11C5-84D5-4948-87ED-1D3F7F6DC53F}"/>
              </a:ext>
            </a:extLst>
          </p:cNvPr>
          <p:cNvSpPr>
            <a:spLocks noGrp="1"/>
          </p:cNvSpPr>
          <p:nvPr>
            <p:ph sz="quarter" idx="14"/>
          </p:nvPr>
        </p:nvSpPr>
        <p:spPr>
          <a:xfrm>
            <a:off x="733425" y="2986088"/>
            <a:ext cx="10721975" cy="646112"/>
          </a:xfrm>
        </p:spPr>
        <p:txBody>
          <a:bodyPr/>
          <a:lstStyle/>
          <a:p>
            <a:pPr lvl="0"/>
            <a:endParaRPr lang="en-IN" dirty="0"/>
          </a:p>
        </p:txBody>
      </p:sp>
      <p:sp>
        <p:nvSpPr>
          <p:cNvPr id="6" name="Picture Placeholder 5"/>
          <p:cNvSpPr>
            <a:spLocks noGrp="1"/>
          </p:cNvSpPr>
          <p:nvPr>
            <p:ph type="pic" sz="quarter" idx="10"/>
          </p:nvPr>
        </p:nvSpPr>
        <p:spPr>
          <a:xfrm>
            <a:off x="733118" y="4077480"/>
            <a:ext cx="10722260" cy="60944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33425" y="5131837"/>
            <a:ext cx="10721953" cy="74698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20940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 xmlns:a16="http://schemas.microsoft.com/office/drawing/2014/main" id="{18ED9031-36FF-4E07-B750-15C3F3F0088B}"/>
              </a:ext>
            </a:extLst>
          </p:cNvPr>
          <p:cNvSpPr>
            <a:spLocks noGrp="1"/>
          </p:cNvSpPr>
          <p:nvPr>
            <p:ph sz="quarter" idx="12"/>
          </p:nvPr>
        </p:nvSpPr>
        <p:spPr>
          <a:xfrm>
            <a:off x="741971" y="1292277"/>
            <a:ext cx="10721975" cy="558769"/>
          </a:xfrm>
        </p:spPr>
        <p:txBody>
          <a:bodyPr/>
          <a:lstStyle>
            <a:lvl1pPr>
              <a:defRPr sz="2400" baseline="0"/>
            </a:lvl1pPr>
          </a:lstStyle>
          <a:p>
            <a:pPr lvl="0"/>
            <a:endParaRPr lang="en-IN" dirty="0"/>
          </a:p>
        </p:txBody>
      </p:sp>
      <p:sp>
        <p:nvSpPr>
          <p:cNvPr id="7" name="Content Placeholder 6">
            <a:extLst>
              <a:ext uri="{FF2B5EF4-FFF2-40B4-BE49-F238E27FC236}">
                <a16:creationId xmlns="" xmlns:a16="http://schemas.microsoft.com/office/drawing/2014/main" id="{4D3EDE0A-CD36-4494-A107-C14E180ECC1A}"/>
              </a:ext>
            </a:extLst>
          </p:cNvPr>
          <p:cNvSpPr>
            <a:spLocks noGrp="1"/>
          </p:cNvSpPr>
          <p:nvPr>
            <p:ph sz="quarter" idx="13"/>
          </p:nvPr>
        </p:nvSpPr>
        <p:spPr>
          <a:xfrm>
            <a:off x="733425" y="1922485"/>
            <a:ext cx="10721975" cy="646112"/>
          </a:xfrm>
        </p:spPr>
        <p:txBody>
          <a:bodyPr/>
          <a:lstStyle>
            <a:lvl1pPr>
              <a:defRPr sz="2400" baseline="0"/>
            </a:lvl1pPr>
          </a:lstStyle>
          <a:p>
            <a:pPr lvl="0"/>
            <a:endParaRPr lang="en-IN" dirty="0"/>
          </a:p>
        </p:txBody>
      </p:sp>
      <p:sp>
        <p:nvSpPr>
          <p:cNvPr id="11" name="Content Placeholder 10">
            <a:extLst>
              <a:ext uri="{FF2B5EF4-FFF2-40B4-BE49-F238E27FC236}">
                <a16:creationId xmlns="" xmlns:a16="http://schemas.microsoft.com/office/drawing/2014/main" id="{221A11C5-84D5-4948-87ED-1D3F7F6DC53F}"/>
              </a:ext>
            </a:extLst>
          </p:cNvPr>
          <p:cNvSpPr>
            <a:spLocks noGrp="1"/>
          </p:cNvSpPr>
          <p:nvPr>
            <p:ph sz="quarter" idx="14"/>
          </p:nvPr>
        </p:nvSpPr>
        <p:spPr>
          <a:xfrm>
            <a:off x="733425" y="2640036"/>
            <a:ext cx="10721975" cy="406928"/>
          </a:xfrm>
        </p:spPr>
        <p:txBody>
          <a:bodyPr/>
          <a:lstStyle>
            <a:lvl1pPr>
              <a:defRPr sz="2400" baseline="0"/>
            </a:lvl1pPr>
          </a:lstStyle>
          <a:p>
            <a:pPr lvl="0"/>
            <a:endParaRPr lang="en-IN" dirty="0"/>
          </a:p>
        </p:txBody>
      </p:sp>
      <p:sp>
        <p:nvSpPr>
          <p:cNvPr id="10" name="Text Placeholder 9"/>
          <p:cNvSpPr>
            <a:spLocks noGrp="1"/>
          </p:cNvSpPr>
          <p:nvPr>
            <p:ph type="body" sz="quarter" idx="11" hasCustomPrompt="1"/>
          </p:nvPr>
        </p:nvSpPr>
        <p:spPr>
          <a:xfrm>
            <a:off x="733425" y="5467739"/>
            <a:ext cx="10721953" cy="74698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5" name="Content Placeholder 4">
            <a:extLst>
              <a:ext uri="{FF2B5EF4-FFF2-40B4-BE49-F238E27FC236}">
                <a16:creationId xmlns="" xmlns:a16="http://schemas.microsoft.com/office/drawing/2014/main" id="{DC77195F-EFA9-4727-8271-AEEA56F4FF61}"/>
              </a:ext>
            </a:extLst>
          </p:cNvPr>
          <p:cNvSpPr>
            <a:spLocks noGrp="1"/>
          </p:cNvSpPr>
          <p:nvPr>
            <p:ph sz="quarter" idx="15"/>
          </p:nvPr>
        </p:nvSpPr>
        <p:spPr>
          <a:xfrm>
            <a:off x="733425" y="3118404"/>
            <a:ext cx="10729913" cy="373039"/>
          </a:xfrm>
        </p:spPr>
        <p:txBody>
          <a:bodyPr/>
          <a:lstStyle>
            <a:lvl1pPr>
              <a:defRPr sz="2400" baseline="0"/>
            </a:lvl1pPr>
          </a:lstStyle>
          <a:p>
            <a:pPr lvl="0"/>
            <a:endParaRPr lang="en-IN" dirty="0"/>
          </a:p>
        </p:txBody>
      </p:sp>
      <p:sp>
        <p:nvSpPr>
          <p:cNvPr id="12" name="Content Placeholder 11">
            <a:extLst>
              <a:ext uri="{FF2B5EF4-FFF2-40B4-BE49-F238E27FC236}">
                <a16:creationId xmlns="" xmlns:a16="http://schemas.microsoft.com/office/drawing/2014/main" id="{E022AA9B-61C8-44FD-966A-DCCA4209B03F}"/>
              </a:ext>
            </a:extLst>
          </p:cNvPr>
          <p:cNvSpPr>
            <a:spLocks noGrp="1"/>
          </p:cNvSpPr>
          <p:nvPr>
            <p:ph sz="quarter" idx="16"/>
          </p:nvPr>
        </p:nvSpPr>
        <p:spPr>
          <a:xfrm>
            <a:off x="733425" y="3573463"/>
            <a:ext cx="10729913" cy="477054"/>
          </a:xfrm>
        </p:spPr>
        <p:txBody>
          <a:bodyPr/>
          <a:lstStyle>
            <a:lvl1pPr>
              <a:defRPr sz="2400" baseline="0"/>
            </a:lvl1pPr>
          </a:lstStyle>
          <a:p>
            <a:pPr lvl="0"/>
            <a:endParaRPr lang="en-IN" dirty="0"/>
          </a:p>
        </p:txBody>
      </p:sp>
      <p:sp>
        <p:nvSpPr>
          <p:cNvPr id="14" name="Content Placeholder 13">
            <a:extLst>
              <a:ext uri="{FF2B5EF4-FFF2-40B4-BE49-F238E27FC236}">
                <a16:creationId xmlns="" xmlns:a16="http://schemas.microsoft.com/office/drawing/2014/main" id="{56A4B729-D02F-4676-A390-963D107DBF8F}"/>
              </a:ext>
            </a:extLst>
          </p:cNvPr>
          <p:cNvSpPr>
            <a:spLocks noGrp="1"/>
          </p:cNvSpPr>
          <p:nvPr>
            <p:ph sz="quarter" idx="17"/>
          </p:nvPr>
        </p:nvSpPr>
        <p:spPr>
          <a:xfrm>
            <a:off x="733425" y="4124325"/>
            <a:ext cx="10729913" cy="486613"/>
          </a:xfrm>
        </p:spPr>
        <p:txBody>
          <a:bodyPr/>
          <a:lstStyle>
            <a:lvl1pPr>
              <a:defRPr sz="2400" baseline="0"/>
            </a:lvl1pPr>
          </a:lstStyle>
          <a:p>
            <a:pPr lvl="0"/>
            <a:endParaRPr lang="en-IN" dirty="0"/>
          </a:p>
        </p:txBody>
      </p:sp>
      <p:sp>
        <p:nvSpPr>
          <p:cNvPr id="16" name="Content Placeholder 15">
            <a:extLst>
              <a:ext uri="{FF2B5EF4-FFF2-40B4-BE49-F238E27FC236}">
                <a16:creationId xmlns="" xmlns:a16="http://schemas.microsoft.com/office/drawing/2014/main" id="{F2BC0406-59D9-4D26-91B3-9111FD17EAD2}"/>
              </a:ext>
            </a:extLst>
          </p:cNvPr>
          <p:cNvSpPr>
            <a:spLocks noGrp="1"/>
          </p:cNvSpPr>
          <p:nvPr>
            <p:ph sz="quarter" idx="18"/>
          </p:nvPr>
        </p:nvSpPr>
        <p:spPr>
          <a:xfrm>
            <a:off x="733425" y="4684713"/>
            <a:ext cx="10729913" cy="371475"/>
          </a:xfrm>
        </p:spPr>
        <p:txBody>
          <a:bodyPr/>
          <a:lstStyle>
            <a:lvl1pPr>
              <a:defRPr sz="2400" baseline="0"/>
            </a:lvl1pPr>
          </a:lstStyle>
          <a:p>
            <a:pPr lvl="0"/>
            <a:endParaRPr lang="en-IN" dirty="0"/>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6694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LucidaGrande"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LucidaGrande"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LucidaGrande"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Stewart, </a:t>
            </a:r>
            <a:r>
              <a:rPr kumimoji="0" lang="en-US" sz="1400" b="0" i="0" u="none" strike="noStrike" kern="1200" cap="none" spc="0" normalizeH="0" baseline="0" noProof="0" dirty="0" smtClean="0">
                <a:ln>
                  <a:noFill/>
                </a:ln>
                <a:solidFill>
                  <a:srgbClr val="004A78"/>
                </a:solidFill>
                <a:effectLst/>
                <a:uLnTx/>
                <a:uFillTx/>
                <a:latin typeface="arial" charset="0"/>
                <a:ea typeface="+mn-ea"/>
                <a:cs typeface="+mn-cs"/>
              </a:rPr>
              <a:t>Calculus: Early Transcendentals, </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IN" dirty="0"/>
              <a:t>Stewart, </a:t>
            </a:r>
            <a:r>
              <a:rPr lang="en-IN" dirty="0" smtClean="0"/>
              <a:t>Calculus: Early Transcendentals, </a:t>
            </a:r>
            <a:r>
              <a:rPr lang="en-IN" dirty="0"/>
              <a:t>8th Edition. © 2016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29" r:id="rId6"/>
    <p:sldLayoutId id="2147483726" r:id="rId7"/>
    <p:sldLayoutId id="2147483718" r:id="rId8"/>
    <p:sldLayoutId id="2147483715" r:id="rId9"/>
    <p:sldLayoutId id="2147483716" r:id="rId10"/>
    <p:sldLayoutId id="2147483719" r:id="rId11"/>
    <p:sldLayoutId id="2147483720" r:id="rId12"/>
    <p:sldLayoutId id="2147483727" r:id="rId13"/>
    <p:sldLayoutId id="2147483728" r:id="rId14"/>
    <p:sldLayoutId id="2147483723" r:id="rId15"/>
    <p:sldLayoutId id="2147483724" r:id="rId16"/>
    <p:sldLayoutId id="2147483713" r:id="rId17"/>
    <p:sldLayoutId id="2147483717" r:id="rId18"/>
  </p:sldLayoutIdLst>
  <p:hf sldNum="0" hdr="0" ftr="0" dt="0"/>
  <p:txStyles>
    <p:titleStyle>
      <a:lvl1pPr algn="l"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6.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10.bin"/><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wmf"/><Relationship Id="rId11" Type="http://schemas.openxmlformats.org/officeDocument/2006/relationships/image" Target="../media/image22.png"/><Relationship Id="rId5" Type="http://schemas.openxmlformats.org/officeDocument/2006/relationships/oleObject" Target="../embeddings/oleObject13.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4.wmf"/><Relationship Id="rId5" Type="http://schemas.openxmlformats.org/officeDocument/2006/relationships/oleObject" Target="../embeddings/oleObject17.bin"/><Relationship Id="rId4" Type="http://schemas.openxmlformats.org/officeDocument/2006/relationships/image" Target="../media/image2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9.bin"/><Relationship Id="rId7" Type="http://schemas.openxmlformats.org/officeDocument/2006/relationships/image" Target="../media/image27.wmf"/><Relationship Id="rId12"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0.bin"/><Relationship Id="rId11" Type="http://schemas.openxmlformats.org/officeDocument/2006/relationships/oleObject" Target="../embeddings/oleObject22.bin"/><Relationship Id="rId5" Type="http://schemas.openxmlformats.org/officeDocument/2006/relationships/image" Target="../media/image30.png"/><Relationship Id="rId10" Type="http://schemas.openxmlformats.org/officeDocument/2006/relationships/image" Target="../media/image31.png"/><Relationship Id="rId4" Type="http://schemas.openxmlformats.org/officeDocument/2006/relationships/image" Target="../media/image26.wmf"/><Relationship Id="rId9"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28.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6.wmf"/><Relationship Id="rId2" Type="http://schemas.openxmlformats.org/officeDocument/2006/relationships/slideLayout" Target="../slideLayouts/slideLayout7.xml"/><Relationship Id="rId16" Type="http://schemas.openxmlformats.org/officeDocument/2006/relationships/image" Target="../media/image38.wmf"/><Relationship Id="rId1" Type="http://schemas.openxmlformats.org/officeDocument/2006/relationships/vmlDrawing" Target="../drawings/vmlDrawing8.vml"/><Relationship Id="rId6" Type="http://schemas.openxmlformats.org/officeDocument/2006/relationships/image" Target="../media/image33.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26.bin"/><Relationship Id="rId14" Type="http://schemas.openxmlformats.org/officeDocument/2006/relationships/image" Target="../media/image37.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41.png"/><Relationship Id="rId2" Type="http://schemas.openxmlformats.org/officeDocument/2006/relationships/slideLayout" Target="../slideLayouts/slideLayout14.xml"/><Relationship Id="rId1" Type="http://schemas.openxmlformats.org/officeDocument/2006/relationships/vmlDrawing" Target="../drawings/vmlDrawing9.vml"/><Relationship Id="rId6" Type="http://schemas.openxmlformats.org/officeDocument/2006/relationships/image" Target="../media/image40.wmf"/><Relationship Id="rId5" Type="http://schemas.openxmlformats.org/officeDocument/2006/relationships/oleObject" Target="../embeddings/oleObject31.bin"/><Relationship Id="rId4" Type="http://schemas.openxmlformats.org/officeDocument/2006/relationships/image" Target="../media/image3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43.wmf"/><Relationship Id="rId5" Type="http://schemas.openxmlformats.org/officeDocument/2006/relationships/oleObject" Target="../embeddings/oleObject33.bin"/><Relationship Id="rId4" Type="http://schemas.openxmlformats.org/officeDocument/2006/relationships/image" Target="../media/image42.wmf"/></Relationships>
</file>

<file path=ppt/slides/_rels/slide16.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5.wmf"/><Relationship Id="rId5" Type="http://schemas.openxmlformats.org/officeDocument/2006/relationships/oleObject" Target="../embeddings/oleObject35.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37.bin"/></Relationships>
</file>

<file path=ppt/slides/_rels/slide17.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9.wmf"/><Relationship Id="rId5" Type="http://schemas.openxmlformats.org/officeDocument/2006/relationships/oleObject" Target="../embeddings/oleObject39.bin"/><Relationship Id="rId4" Type="http://schemas.openxmlformats.org/officeDocument/2006/relationships/image" Target="../media/image48.wmf"/></Relationships>
</file>

<file path=ppt/slides/_rels/slide18.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2.wmf"/><Relationship Id="rId5" Type="http://schemas.openxmlformats.org/officeDocument/2006/relationships/oleObject" Target="../embeddings/oleObject42.bin"/><Relationship Id="rId4" Type="http://schemas.openxmlformats.org/officeDocument/2006/relationships/image" Target="../media/image51.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4.xml"/><Relationship Id="rId1" Type="http://schemas.openxmlformats.org/officeDocument/2006/relationships/vmlDrawing" Target="../drawings/vmlDrawing14.vml"/><Relationship Id="rId5" Type="http://schemas.openxmlformats.org/officeDocument/2006/relationships/image" Target="../media/image55.png"/><Relationship Id="rId4" Type="http://schemas.openxmlformats.org/officeDocument/2006/relationships/image" Target="../media/image54.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7.wmf"/><Relationship Id="rId5" Type="http://schemas.openxmlformats.org/officeDocument/2006/relationships/oleObject" Target="../embeddings/oleObject46.bin"/><Relationship Id="rId4" Type="http://schemas.openxmlformats.org/officeDocument/2006/relationships/image" Target="../media/image56.wmf"/></Relationships>
</file>

<file path=ppt/slides/_rels/slide2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0.wmf"/><Relationship Id="rId5" Type="http://schemas.openxmlformats.org/officeDocument/2006/relationships/oleObject" Target="../embeddings/oleObject48.bin"/><Relationship Id="rId10" Type="http://schemas.openxmlformats.org/officeDocument/2006/relationships/image" Target="../media/image62.wmf"/><Relationship Id="rId4" Type="http://schemas.openxmlformats.org/officeDocument/2006/relationships/image" Target="../media/image59.wmf"/><Relationship Id="rId9"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4.wmf"/><Relationship Id="rId5" Type="http://schemas.openxmlformats.org/officeDocument/2006/relationships/oleObject" Target="../embeddings/oleObject52.bin"/><Relationship Id="rId4" Type="http://schemas.openxmlformats.org/officeDocument/2006/relationships/image" Target="../media/image63.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oleObject" Target="../embeddings/oleObject54.bin"/><Relationship Id="rId7" Type="http://schemas.openxmlformats.org/officeDocument/2006/relationships/image" Target="../media/image70.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67.wmf"/><Relationship Id="rId11" Type="http://schemas.openxmlformats.org/officeDocument/2006/relationships/image" Target="../media/image69.wmf"/><Relationship Id="rId5" Type="http://schemas.openxmlformats.org/officeDocument/2006/relationships/oleObject" Target="../embeddings/oleObject55.bin"/><Relationship Id="rId10" Type="http://schemas.openxmlformats.org/officeDocument/2006/relationships/oleObject" Target="../embeddings/oleObject57.bin"/><Relationship Id="rId4" Type="http://schemas.openxmlformats.org/officeDocument/2006/relationships/image" Target="../media/image66.wmf"/><Relationship Id="rId9" Type="http://schemas.openxmlformats.org/officeDocument/2006/relationships/image" Target="../media/image68.wmf"/></Relationships>
</file>

<file path=ppt/slides/_rels/slide26.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72.wmf"/><Relationship Id="rId5" Type="http://schemas.openxmlformats.org/officeDocument/2006/relationships/oleObject" Target="../embeddings/oleObject59.bin"/><Relationship Id="rId4" Type="http://schemas.openxmlformats.org/officeDocument/2006/relationships/image" Target="../media/image7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US" b="1" dirty="0"/>
              <a:t>Chapter 7</a:t>
            </a:r>
          </a:p>
        </p:txBody>
      </p:sp>
      <p:sp>
        <p:nvSpPr>
          <p:cNvPr id="5" name="Title 4"/>
          <p:cNvSpPr>
            <a:spLocks noGrp="1"/>
          </p:cNvSpPr>
          <p:nvPr>
            <p:ph type="title"/>
          </p:nvPr>
        </p:nvSpPr>
        <p:spPr>
          <a:xfrm>
            <a:off x="3996910" y="4035475"/>
            <a:ext cx="6322782" cy="597008"/>
          </a:xfrm>
        </p:spPr>
        <p:txBody>
          <a:bodyPr/>
          <a:lstStyle/>
          <a:p>
            <a:r>
              <a:rPr lang="en-US" altLang="en-US" sz="3600" dirty="0"/>
              <a:t>Techniques of Integration</a:t>
            </a:r>
          </a:p>
        </p:txBody>
      </p:sp>
      <p:pic>
        <p:nvPicPr>
          <p:cNvPr id="9" name="Picture Placeholder 8" descr="&quot;&quot;">
            <a:extLst>
              <a:ext uri="{FF2B5EF4-FFF2-40B4-BE49-F238E27FC236}">
                <a16:creationId xmlns="" xmlns:a16="http://schemas.microsoft.com/office/drawing/2014/main" id="{723D5CF3-B9EA-4A44-B132-BF8B55AEC5BE}"/>
              </a:ext>
            </a:extLst>
          </p:cNvPr>
          <p:cNvPicPr>
            <a:picLocks noGrp="1" noChangeAspect="1"/>
          </p:cNvPicPr>
          <p:nvPr>
            <p:ph type="pic" sz="quarter" idx="12"/>
          </p:nvPr>
        </p:nvPicPr>
        <p:blipFill rotWithShape="1">
          <a:blip r:embed="rId3"/>
          <a:srcRect t="-46807" b="-46807"/>
          <a:stretch/>
        </p:blipFill>
        <p:spPr>
          <a:prstGeom prst="rect">
            <a:avLst/>
          </a:prstGeom>
        </p:spPr>
      </p:pic>
      <p:sp>
        <p:nvSpPr>
          <p:cNvPr id="8" name="Footer Placeholder 7"/>
          <p:cNvSpPr>
            <a:spLocks noGrp="1"/>
          </p:cNvSpPr>
          <p:nvPr>
            <p:ph type="ftr" sz="quarter" idx="3"/>
          </p:nvPr>
        </p:nvSpPr>
        <p:spPr>
          <a:xfrm>
            <a:off x="2923890" y="6356350"/>
            <a:ext cx="8801669" cy="501650"/>
          </a:xfrm>
        </p:spPr>
        <p:txBody>
          <a:bodyPr/>
          <a:lstStyle/>
          <a:p>
            <a:r>
              <a:rPr lang="en-US" dirty="0"/>
              <a:t>Stewart, </a:t>
            </a:r>
            <a:r>
              <a:rPr lang="en-US" dirty="0" smtClean="0"/>
              <a:t>Calculus: Early Transcendentals, </a:t>
            </a:r>
            <a:r>
              <a:rPr lang="en-US" dirty="0"/>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6070594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258853"/>
            <a:ext cx="10515600" cy="684026"/>
          </a:xfrm>
        </p:spPr>
        <p:txBody>
          <a:bodyPr/>
          <a:lstStyle/>
          <a:p>
            <a:pPr algn="ctr"/>
            <a:r>
              <a:rPr lang="en-US" sz="3600" dirty="0"/>
              <a:t>7.8 </a:t>
            </a:r>
            <a:r>
              <a:rPr lang="en-US" altLang="en-US" sz="3600" dirty="0"/>
              <a:t>Improper Integrals</a:t>
            </a:r>
          </a:p>
        </p:txBody>
      </p:sp>
      <p:sp>
        <p:nvSpPr>
          <p:cNvPr id="5" name="Footer Placeholder 4"/>
          <p:cNvSpPr>
            <a:spLocks noGrp="1"/>
          </p:cNvSpPr>
          <p:nvPr>
            <p:ph type="ftr" sz="quarter" idx="3"/>
          </p:nvPr>
        </p:nvSpPr>
        <p:spPr>
          <a:xfrm>
            <a:off x="2923890" y="6356350"/>
            <a:ext cx="8801669" cy="501650"/>
          </a:xfrm>
        </p:spPr>
        <p:txBody>
          <a:bodyPr/>
          <a:lstStyle/>
          <a:p>
            <a:r>
              <a:rPr lang="en-US" dirty="0"/>
              <a:t>Stewart, </a:t>
            </a:r>
            <a:r>
              <a:rPr lang="en-US" dirty="0" smtClean="0"/>
              <a:t>Calculus: Early Transcendentals, </a:t>
            </a:r>
            <a:r>
              <a:rPr lang="en-US" dirty="0"/>
              <a:t>8th Edition. © 2016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47061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B6E9F9-97A5-482B-983F-A6C6346BA3BD}"/>
              </a:ext>
            </a:extLst>
          </p:cNvPr>
          <p:cNvSpPr>
            <a:spLocks noGrp="1"/>
          </p:cNvSpPr>
          <p:nvPr>
            <p:ph type="title"/>
          </p:nvPr>
        </p:nvSpPr>
        <p:spPr/>
        <p:txBody>
          <a:bodyPr/>
          <a:lstStyle/>
          <a:p>
            <a:r>
              <a:rPr lang="en-US" altLang="en-US" dirty="0"/>
              <a:t>Improper Integrals</a:t>
            </a:r>
            <a:endParaRPr lang="en-IN" sz="2400" b="0" dirty="0"/>
          </a:p>
        </p:txBody>
      </p:sp>
      <p:sp>
        <p:nvSpPr>
          <p:cNvPr id="3" name="Text Placeholder 2">
            <a:extLst>
              <a:ext uri="{FF2B5EF4-FFF2-40B4-BE49-F238E27FC236}">
                <a16:creationId xmlns="" xmlns:a16="http://schemas.microsoft.com/office/drawing/2014/main" id="{7B821DE8-7353-4386-9E57-EF9AB96FAE11}"/>
              </a:ext>
            </a:extLst>
          </p:cNvPr>
          <p:cNvSpPr>
            <a:spLocks noGrp="1"/>
          </p:cNvSpPr>
          <p:nvPr>
            <p:ph type="body" sz="quarter" idx="15"/>
          </p:nvPr>
        </p:nvSpPr>
        <p:spPr>
          <a:xfrm>
            <a:off x="743576" y="1289684"/>
            <a:ext cx="10711543" cy="1572388"/>
          </a:xfrm>
        </p:spPr>
        <p:txBody>
          <a:bodyPr/>
          <a:lstStyle/>
          <a:p>
            <a:r>
              <a:rPr lang="en-US" altLang="en-US" dirty="0"/>
              <a:t>In this section we extend the concept of a definite integral to the case where the interval is infinite and also to the case where</a:t>
            </a:r>
            <a:r>
              <a:rPr lang="en-US" altLang="en-US" i="1" dirty="0"/>
              <a:t> f </a:t>
            </a:r>
            <a:r>
              <a:rPr lang="en-US" altLang="en-US" dirty="0"/>
              <a:t>has an infinite discontinuity in [</a:t>
            </a:r>
            <a:r>
              <a:rPr lang="en-US" altLang="en-US" i="1" dirty="0"/>
              <a:t>a</a:t>
            </a:r>
            <a:r>
              <a:rPr lang="en-US" altLang="en-US" dirty="0"/>
              <a:t>, </a:t>
            </a:r>
            <a:r>
              <a:rPr lang="en-US" altLang="en-US" i="1" dirty="0"/>
              <a:t>b</a:t>
            </a:r>
            <a:r>
              <a:rPr lang="en-US" altLang="en-US" dirty="0"/>
              <a:t>].</a:t>
            </a:r>
          </a:p>
          <a:p>
            <a:r>
              <a:rPr lang="en-US" altLang="en-US" dirty="0"/>
              <a:t>In either case the integral is called an </a:t>
            </a:r>
            <a:r>
              <a:rPr lang="en-US" altLang="en-US" i="1" dirty="0"/>
              <a:t>improper </a:t>
            </a:r>
            <a:r>
              <a:rPr lang="en-US" altLang="en-US" dirty="0"/>
              <a:t>integral.</a:t>
            </a:r>
          </a:p>
        </p:txBody>
      </p:sp>
    </p:spTree>
    <p:extLst>
      <p:ext uri="{BB962C8B-B14F-4D97-AF65-F5344CB8AC3E}">
        <p14:creationId xmlns:p14="http://schemas.microsoft.com/office/powerpoint/2010/main" val="3651425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22018-F32D-48CB-8808-5EE4002858CB}"/>
              </a:ext>
            </a:extLst>
          </p:cNvPr>
          <p:cNvSpPr>
            <a:spLocks noGrp="1"/>
          </p:cNvSpPr>
          <p:nvPr>
            <p:ph type="title"/>
          </p:nvPr>
        </p:nvSpPr>
        <p:spPr>
          <a:xfrm>
            <a:off x="838200" y="3011557"/>
            <a:ext cx="10515600" cy="487017"/>
          </a:xfrm>
        </p:spPr>
        <p:txBody>
          <a:bodyPr/>
          <a:lstStyle/>
          <a:p>
            <a:pPr algn="ctr"/>
            <a:r>
              <a:rPr lang="en-IN" dirty="0"/>
              <a:t>Type 1: Infinite Intervals</a:t>
            </a:r>
          </a:p>
        </p:txBody>
      </p:sp>
    </p:spTree>
    <p:extLst>
      <p:ext uri="{BB962C8B-B14F-4D97-AF65-F5344CB8AC3E}">
        <p14:creationId xmlns:p14="http://schemas.microsoft.com/office/powerpoint/2010/main" val="3252208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08216D-E586-48F0-9F6B-FEEE821A7933}"/>
              </a:ext>
            </a:extLst>
          </p:cNvPr>
          <p:cNvSpPr>
            <a:spLocks noGrp="1"/>
          </p:cNvSpPr>
          <p:nvPr>
            <p:ph type="title"/>
          </p:nvPr>
        </p:nvSpPr>
        <p:spPr/>
        <p:txBody>
          <a:bodyPr/>
          <a:lstStyle/>
          <a:p>
            <a:r>
              <a:rPr lang="en-US" altLang="en-US" dirty="0"/>
              <a:t>Type 1: Infinite Intervals </a:t>
            </a:r>
            <a:r>
              <a:rPr lang="en-US" altLang="en-US" sz="2400" b="0" dirty="0"/>
              <a:t>(1 of </a:t>
            </a:r>
            <a:r>
              <a:rPr lang="en-US" altLang="en-US" sz="2400" b="0" dirty="0" smtClean="0"/>
              <a:t>7)</a:t>
            </a:r>
            <a:endParaRPr lang="en-IN" sz="2400" b="0" dirty="0"/>
          </a:p>
        </p:txBody>
      </p:sp>
      <p:sp>
        <p:nvSpPr>
          <p:cNvPr id="3" name="Content Placeholder 2">
            <a:extLst>
              <a:ext uri="{FF2B5EF4-FFF2-40B4-BE49-F238E27FC236}">
                <a16:creationId xmlns="" xmlns:a16="http://schemas.microsoft.com/office/drawing/2014/main" id="{4646E430-E82A-4218-AB68-06A855C9DAE5}"/>
              </a:ext>
            </a:extLst>
          </p:cNvPr>
          <p:cNvSpPr>
            <a:spLocks noGrp="1"/>
          </p:cNvSpPr>
          <p:nvPr>
            <p:ph sz="quarter" idx="23"/>
          </p:nvPr>
        </p:nvSpPr>
        <p:spPr>
          <a:xfrm>
            <a:off x="736599" y="1289050"/>
            <a:ext cx="7317509" cy="308841"/>
          </a:xfrm>
        </p:spPr>
        <p:txBody>
          <a:bodyPr/>
          <a:lstStyle/>
          <a:p>
            <a:r>
              <a:rPr lang="en-US" altLang="en-US" dirty="0"/>
              <a:t>Consider the infinite region </a:t>
            </a:r>
            <a:r>
              <a:rPr lang="en-US" altLang="en-US" i="1" dirty="0"/>
              <a:t>S</a:t>
            </a:r>
            <a:r>
              <a:rPr lang="en-US" altLang="en-US" dirty="0"/>
              <a:t> that lies under the curve</a:t>
            </a:r>
            <a:endParaRPr lang="en-IN" dirty="0"/>
          </a:p>
        </p:txBody>
      </p:sp>
      <p:graphicFrame>
        <p:nvGraphicFramePr>
          <p:cNvPr id="20" name="Content Placeholder 19" descr="y = (1/(x^2))">
            <a:extLst>
              <a:ext uri="{FF2B5EF4-FFF2-40B4-BE49-F238E27FC236}">
                <a16:creationId xmlns="" xmlns:a16="http://schemas.microsoft.com/office/drawing/2014/main" id="{B6848BF8-D72C-43C8-BF90-C600374E88A6}"/>
              </a:ext>
            </a:extLst>
          </p:cNvPr>
          <p:cNvGraphicFramePr>
            <a:graphicFrameLocks noGrp="1" noChangeAspect="1"/>
          </p:cNvGraphicFramePr>
          <p:nvPr>
            <p:ph sz="quarter" idx="24"/>
            <p:extLst>
              <p:ext uri="{D42A27DB-BD31-4B8C-83A1-F6EECF244321}">
                <p14:modId xmlns:p14="http://schemas.microsoft.com/office/powerpoint/2010/main" val="293425445"/>
              </p:ext>
            </p:extLst>
          </p:nvPr>
        </p:nvGraphicFramePr>
        <p:xfrm>
          <a:off x="8045651" y="1095813"/>
          <a:ext cx="964058" cy="695586"/>
        </p:xfrm>
        <a:graphic>
          <a:graphicData uri="http://schemas.openxmlformats.org/presentationml/2006/ole">
            <mc:AlternateContent xmlns:mc="http://schemas.openxmlformats.org/markup-compatibility/2006">
              <mc:Choice xmlns:v="urn:schemas-microsoft-com:vml" Requires="v">
                <p:oleObj spid="_x0000_s685212" name="Equation" r:id="rId3" imgW="1002960" imgH="723600" progId="Equation.DSMT4">
                  <p:embed/>
                </p:oleObj>
              </mc:Choice>
              <mc:Fallback>
                <p:oleObj name="Equation" r:id="rId3" imgW="1002960" imgH="723600" progId="Equation.DSMT4">
                  <p:embed/>
                  <p:pic>
                    <p:nvPicPr>
                      <p:cNvPr id="19" name="Object 18">
                        <a:extLst>
                          <a:ext uri="{FF2B5EF4-FFF2-40B4-BE49-F238E27FC236}">
                            <a16:creationId xmlns="" xmlns:a16="http://schemas.microsoft.com/office/drawing/2014/main" id="{BD7D83BC-9978-4202-9815-D602988CEA14}"/>
                          </a:ext>
                        </a:extLst>
                      </p:cNvPr>
                      <p:cNvPicPr/>
                      <p:nvPr/>
                    </p:nvPicPr>
                    <p:blipFill>
                      <a:blip r:embed="rId4"/>
                      <a:stretch>
                        <a:fillRect/>
                      </a:stretch>
                    </p:blipFill>
                    <p:spPr>
                      <a:xfrm>
                        <a:off x="8045651" y="1095813"/>
                        <a:ext cx="964058" cy="695586"/>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F8E3AC35-144B-4F4B-B23A-9C4B9C787752}"/>
              </a:ext>
            </a:extLst>
          </p:cNvPr>
          <p:cNvSpPr>
            <a:spLocks noGrp="1"/>
          </p:cNvSpPr>
          <p:nvPr>
            <p:ph sz="quarter" idx="25"/>
          </p:nvPr>
        </p:nvSpPr>
        <p:spPr>
          <a:xfrm>
            <a:off x="9092692" y="1285757"/>
            <a:ext cx="2920536" cy="291462"/>
          </a:xfrm>
        </p:spPr>
        <p:txBody>
          <a:bodyPr/>
          <a:lstStyle/>
          <a:p>
            <a:r>
              <a:rPr lang="en-US" altLang="en-US" dirty="0"/>
              <a:t>above the </a:t>
            </a:r>
            <a:r>
              <a:rPr lang="en-US" altLang="en-US" i="1" dirty="0"/>
              <a:t>x</a:t>
            </a:r>
            <a:r>
              <a:rPr lang="en-US" altLang="en-US" dirty="0"/>
              <a:t>-axis, and</a:t>
            </a:r>
            <a:endParaRPr lang="en-IN" dirty="0"/>
          </a:p>
        </p:txBody>
      </p:sp>
      <p:sp>
        <p:nvSpPr>
          <p:cNvPr id="6" name="Content Placeholder 5">
            <a:extLst>
              <a:ext uri="{FF2B5EF4-FFF2-40B4-BE49-F238E27FC236}">
                <a16:creationId xmlns="" xmlns:a16="http://schemas.microsoft.com/office/drawing/2014/main" id="{8910751E-0469-490F-96C9-4C61E939952B}"/>
              </a:ext>
            </a:extLst>
          </p:cNvPr>
          <p:cNvSpPr>
            <a:spLocks noGrp="1"/>
          </p:cNvSpPr>
          <p:nvPr>
            <p:ph sz="quarter" idx="26"/>
          </p:nvPr>
        </p:nvSpPr>
        <p:spPr>
          <a:xfrm>
            <a:off x="736600" y="1773524"/>
            <a:ext cx="11187176" cy="1660409"/>
          </a:xfrm>
        </p:spPr>
        <p:txBody>
          <a:bodyPr/>
          <a:lstStyle/>
          <a:p>
            <a:r>
              <a:rPr lang="en-US" altLang="en-US" dirty="0"/>
              <a:t>to the right of the line </a:t>
            </a:r>
            <a:r>
              <a:rPr lang="en-US" altLang="en-US" i="1" dirty="0"/>
              <a:t>x</a:t>
            </a:r>
            <a:r>
              <a:rPr lang="en-US" altLang="en-US" dirty="0"/>
              <a:t> = 1.</a:t>
            </a:r>
          </a:p>
          <a:p>
            <a:r>
              <a:rPr lang="en-US" altLang="en-US" dirty="0"/>
              <a:t>You might think that, since </a:t>
            </a:r>
            <a:r>
              <a:rPr lang="en-US" altLang="en-US" i="1" dirty="0"/>
              <a:t>S</a:t>
            </a:r>
            <a:r>
              <a:rPr lang="en-US" altLang="en-US" dirty="0"/>
              <a:t> is infinite in extent, its area must be infinite, but let’s take a closer look.</a:t>
            </a:r>
          </a:p>
          <a:p>
            <a:r>
              <a:rPr lang="en-US" altLang="en-US" dirty="0"/>
              <a:t>The area of the part of </a:t>
            </a:r>
            <a:r>
              <a:rPr lang="en-US" altLang="en-US" i="1" dirty="0"/>
              <a:t>S</a:t>
            </a:r>
            <a:r>
              <a:rPr lang="en-US" altLang="en-US" dirty="0"/>
              <a:t> that lies to the left of the line </a:t>
            </a:r>
            <a:r>
              <a:rPr lang="en-US" altLang="en-US" i="1" dirty="0"/>
              <a:t>x</a:t>
            </a:r>
            <a:r>
              <a:rPr lang="en-US" altLang="en-US" dirty="0"/>
              <a:t> = </a:t>
            </a:r>
            <a:r>
              <a:rPr lang="en-US" altLang="en-US" i="1" dirty="0"/>
              <a:t>t </a:t>
            </a:r>
            <a:r>
              <a:rPr lang="en-US" altLang="en-US" dirty="0"/>
              <a:t>(shaded in Figure 1) is</a:t>
            </a:r>
            <a:endParaRPr lang="en-IN" dirty="0"/>
          </a:p>
        </p:txBody>
      </p:sp>
      <p:graphicFrame>
        <p:nvGraphicFramePr>
          <p:cNvPr id="22" name="Content Placeholder 21" descr="A(t) = int_1^t ((1/(x^2)) d x) = (negative (1/x))]_1^t&#10;">
            <a:extLst>
              <a:ext uri="{FF2B5EF4-FFF2-40B4-BE49-F238E27FC236}">
                <a16:creationId xmlns="" xmlns:a16="http://schemas.microsoft.com/office/drawing/2014/main" id="{A13C227C-0B65-4992-A14E-AC7E683D8291}"/>
              </a:ext>
            </a:extLst>
          </p:cNvPr>
          <p:cNvGraphicFramePr>
            <a:graphicFrameLocks noGrp="1" noChangeAspect="1"/>
          </p:cNvGraphicFramePr>
          <p:nvPr>
            <p:ph sz="quarter" idx="27"/>
            <p:extLst>
              <p:ext uri="{D42A27DB-BD31-4B8C-83A1-F6EECF244321}">
                <p14:modId xmlns:p14="http://schemas.microsoft.com/office/powerpoint/2010/main" val="3632806349"/>
              </p:ext>
            </p:extLst>
          </p:nvPr>
        </p:nvGraphicFramePr>
        <p:xfrm>
          <a:off x="1740198" y="3724530"/>
          <a:ext cx="3144240" cy="1804286"/>
        </p:xfrm>
        <a:graphic>
          <a:graphicData uri="http://schemas.openxmlformats.org/presentationml/2006/ole">
            <mc:AlternateContent xmlns:mc="http://schemas.openxmlformats.org/markup-compatibility/2006">
              <mc:Choice xmlns:v="urn:schemas-microsoft-com:vml" Requires="v">
                <p:oleObj spid="_x0000_s685213" name="Equation" r:id="rId5" imgW="3009600" imgH="1726920" progId="Equation.DSMT4">
                  <p:embed/>
                </p:oleObj>
              </mc:Choice>
              <mc:Fallback>
                <p:oleObj name="Equation" r:id="rId5" imgW="3009600" imgH="1726920" progId="Equation.DSMT4">
                  <p:embed/>
                  <p:pic>
                    <p:nvPicPr>
                      <p:cNvPr id="21" name="Object 20">
                        <a:extLst>
                          <a:ext uri="{FF2B5EF4-FFF2-40B4-BE49-F238E27FC236}">
                            <a16:creationId xmlns="" xmlns:a16="http://schemas.microsoft.com/office/drawing/2014/main" id="{1EA99658-8779-4B69-8122-40ABB4B047B5}"/>
                          </a:ext>
                        </a:extLst>
                      </p:cNvPr>
                      <p:cNvPicPr/>
                      <p:nvPr/>
                    </p:nvPicPr>
                    <p:blipFill>
                      <a:blip r:embed="rId6"/>
                      <a:stretch>
                        <a:fillRect/>
                      </a:stretch>
                    </p:blipFill>
                    <p:spPr>
                      <a:xfrm>
                        <a:off x="1740198" y="3724530"/>
                        <a:ext cx="3144240" cy="1804286"/>
                      </a:xfrm>
                      <a:prstGeom prst="rect">
                        <a:avLst/>
                      </a:prstGeom>
                    </p:spPr>
                  </p:pic>
                </p:oleObj>
              </mc:Fallback>
            </mc:AlternateContent>
          </a:graphicData>
        </a:graphic>
      </p:graphicFrame>
      <p:pic>
        <p:nvPicPr>
          <p:cNvPr id="23" name="Content Placeholder 22" descr="A curve labeled y = 1/x^2 is graphed in the first quadrant of the x y coordinate plane. It is a  decreasing concave upward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 x = 1, and the x axis is shaded. It is labeled area = 1 minus 1/t.&#10;">
            <a:extLst>
              <a:ext uri="{FF2B5EF4-FFF2-40B4-BE49-F238E27FC236}">
                <a16:creationId xmlns="" xmlns:a16="http://schemas.microsoft.com/office/drawing/2014/main" id="{D3EC00F4-41E4-4C46-A7C6-5EBA2D0F49C0}"/>
              </a:ext>
            </a:extLst>
          </p:cNvPr>
          <p:cNvPicPr>
            <a:picLocks noGrp="1" noChangeAspect="1"/>
          </p:cNvPicPr>
          <p:nvPr>
            <p:ph sz="quarter" idx="28"/>
          </p:nvPr>
        </p:nvPicPr>
        <p:blipFill>
          <a:blip r:embed="rId7"/>
          <a:stretch>
            <a:fillRect/>
          </a:stretch>
        </p:blipFill>
        <p:spPr>
          <a:xfrm>
            <a:off x="8017454" y="3528454"/>
            <a:ext cx="3748127" cy="2262329"/>
          </a:xfrm>
          <a:prstGeom prst="rect">
            <a:avLst/>
          </a:prstGeom>
        </p:spPr>
      </p:pic>
      <p:sp>
        <p:nvSpPr>
          <p:cNvPr id="9" name="Content Placeholder 8">
            <a:extLst>
              <a:ext uri="{FF2B5EF4-FFF2-40B4-BE49-F238E27FC236}">
                <a16:creationId xmlns="" xmlns:a16="http://schemas.microsoft.com/office/drawing/2014/main" id="{B5773346-6851-409C-9387-8F17FB9EC318}"/>
              </a:ext>
            </a:extLst>
          </p:cNvPr>
          <p:cNvSpPr>
            <a:spLocks noGrp="1"/>
          </p:cNvSpPr>
          <p:nvPr>
            <p:ph sz="quarter" idx="29"/>
          </p:nvPr>
        </p:nvSpPr>
        <p:spPr>
          <a:xfrm>
            <a:off x="7742582" y="5913783"/>
            <a:ext cx="3935895" cy="248477"/>
          </a:xfrm>
        </p:spPr>
        <p:txBody>
          <a:bodyPr/>
          <a:lstStyle/>
          <a:p>
            <a:pPr algn="ctr"/>
            <a:r>
              <a:rPr lang="en-US" altLang="en-US" sz="2000" b="1" dirty="0"/>
              <a:t>Figure 1</a:t>
            </a:r>
          </a:p>
        </p:txBody>
      </p:sp>
    </p:spTree>
    <p:extLst>
      <p:ext uri="{BB962C8B-B14F-4D97-AF65-F5344CB8AC3E}">
        <p14:creationId xmlns:p14="http://schemas.microsoft.com/office/powerpoint/2010/main" val="37973116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F2F67B-5FFB-438F-AA45-39D6066A2158}"/>
              </a:ext>
            </a:extLst>
          </p:cNvPr>
          <p:cNvSpPr>
            <a:spLocks noGrp="1"/>
          </p:cNvSpPr>
          <p:nvPr>
            <p:ph type="title"/>
          </p:nvPr>
        </p:nvSpPr>
        <p:spPr/>
        <p:txBody>
          <a:bodyPr/>
          <a:lstStyle/>
          <a:p>
            <a:r>
              <a:rPr lang="en-US" altLang="en-US" dirty="0"/>
              <a:t>Type 1: Infinite Intervals </a:t>
            </a:r>
            <a:r>
              <a:rPr lang="en-US" altLang="en-US" sz="2400" b="0" dirty="0"/>
              <a:t>(2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DEEABE36-F4F1-4EAA-93FC-3DF4C5780FB5}"/>
              </a:ext>
            </a:extLst>
          </p:cNvPr>
          <p:cNvSpPr>
            <a:spLocks noGrp="1"/>
          </p:cNvSpPr>
          <p:nvPr>
            <p:ph sz="quarter" idx="23"/>
          </p:nvPr>
        </p:nvSpPr>
        <p:spPr>
          <a:xfrm>
            <a:off x="736600" y="1289050"/>
            <a:ext cx="10706100" cy="417513"/>
          </a:xfrm>
        </p:spPr>
        <p:txBody>
          <a:bodyPr/>
          <a:lstStyle/>
          <a:p>
            <a:r>
              <a:rPr lang="en-US" altLang="en-US" dirty="0"/>
              <a:t>Notice that </a:t>
            </a:r>
            <a:r>
              <a:rPr lang="en-US" altLang="en-US" i="1" dirty="0"/>
              <a:t>A</a:t>
            </a:r>
            <a:r>
              <a:rPr lang="en-US" altLang="en-US" dirty="0"/>
              <a:t>(</a:t>
            </a:r>
            <a:r>
              <a:rPr lang="en-US" altLang="en-US" i="1" dirty="0"/>
              <a:t>t</a:t>
            </a:r>
            <a:r>
              <a:rPr lang="en-US" altLang="en-US" dirty="0"/>
              <a:t>) &lt; 1 no matter how large </a:t>
            </a:r>
            <a:r>
              <a:rPr lang="en-US" altLang="en-US" i="1" dirty="0"/>
              <a:t>t </a:t>
            </a:r>
            <a:r>
              <a:rPr lang="en-US" altLang="en-US" dirty="0"/>
              <a:t>is chosen. We also observe that</a:t>
            </a:r>
          </a:p>
        </p:txBody>
      </p:sp>
      <p:graphicFrame>
        <p:nvGraphicFramePr>
          <p:cNvPr id="20" name="Content Placeholder 19" descr="lim_(t right arrow infinity) (A(t)) = lim_(t right arrow infinity) (1 minus (1/t)) = 1">
            <a:extLst>
              <a:ext uri="{FF2B5EF4-FFF2-40B4-BE49-F238E27FC236}">
                <a16:creationId xmlns="" xmlns:a16="http://schemas.microsoft.com/office/drawing/2014/main" id="{A494AD05-CC6A-49BC-A718-0104822D5FD6}"/>
              </a:ext>
            </a:extLst>
          </p:cNvPr>
          <p:cNvGraphicFramePr>
            <a:graphicFrameLocks noGrp="1" noChangeAspect="1"/>
          </p:cNvGraphicFramePr>
          <p:nvPr>
            <p:ph sz="quarter" idx="24"/>
            <p:extLst>
              <p:ext uri="{D42A27DB-BD31-4B8C-83A1-F6EECF244321}">
                <p14:modId xmlns:p14="http://schemas.microsoft.com/office/powerpoint/2010/main" val="3558327683"/>
              </p:ext>
            </p:extLst>
          </p:nvPr>
        </p:nvGraphicFramePr>
        <p:xfrm>
          <a:off x="4440218" y="1835276"/>
          <a:ext cx="2894795" cy="785030"/>
        </p:xfrm>
        <a:graphic>
          <a:graphicData uri="http://schemas.openxmlformats.org/presentationml/2006/ole">
            <mc:AlternateContent xmlns:mc="http://schemas.openxmlformats.org/markup-compatibility/2006">
              <mc:Choice xmlns:v="urn:schemas-microsoft-com:vml" Requires="v">
                <p:oleObj spid="_x0000_s686234" name="Equation" r:id="rId3" imgW="2997000" imgH="812520" progId="Equation.DSMT4">
                  <p:embed/>
                </p:oleObj>
              </mc:Choice>
              <mc:Fallback>
                <p:oleObj name="Equation" r:id="rId3" imgW="2997000" imgH="812520" progId="Equation.DSMT4">
                  <p:embed/>
                  <p:pic>
                    <p:nvPicPr>
                      <p:cNvPr id="19" name="Object 18">
                        <a:extLst>
                          <a:ext uri="{FF2B5EF4-FFF2-40B4-BE49-F238E27FC236}">
                            <a16:creationId xmlns="" xmlns:a16="http://schemas.microsoft.com/office/drawing/2014/main" id="{85B1CE17-FC9D-4268-8BBC-4531D3951363}"/>
                          </a:ext>
                        </a:extLst>
                      </p:cNvPr>
                      <p:cNvPicPr/>
                      <p:nvPr/>
                    </p:nvPicPr>
                    <p:blipFill>
                      <a:blip r:embed="rId4"/>
                      <a:stretch>
                        <a:fillRect/>
                      </a:stretch>
                    </p:blipFill>
                    <p:spPr>
                      <a:xfrm>
                        <a:off x="4440218" y="1835276"/>
                        <a:ext cx="2894795" cy="785030"/>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70B7E9D5-C7E8-4297-B7AD-77438588997C}"/>
              </a:ext>
            </a:extLst>
          </p:cNvPr>
          <p:cNvSpPr>
            <a:spLocks noGrp="1"/>
          </p:cNvSpPr>
          <p:nvPr>
            <p:ph sz="quarter" idx="25"/>
          </p:nvPr>
        </p:nvSpPr>
        <p:spPr>
          <a:xfrm>
            <a:off x="736600" y="2832763"/>
            <a:ext cx="10706100" cy="693494"/>
          </a:xfrm>
        </p:spPr>
        <p:txBody>
          <a:bodyPr/>
          <a:lstStyle/>
          <a:p>
            <a:r>
              <a:rPr lang="en-US" altLang="en-US" dirty="0">
                <a:latin typeface="Arial" panose="020B0604020202020204" pitchFamily="34" charset="0"/>
                <a:cs typeface="Arial" panose="020B0604020202020204" pitchFamily="34" charset="0"/>
              </a:rPr>
              <a:t>The area of the shaded region approaches 1 as </a:t>
            </a:r>
            <a:r>
              <a:rPr lang="en-US" altLang="en-US" i="1" dirty="0">
                <a:latin typeface="Arial" panose="020B0604020202020204" pitchFamily="34" charset="0"/>
                <a:cs typeface="Arial" panose="020B0604020202020204" pitchFamily="34" charset="0"/>
              </a:rPr>
              <a:t>t </a:t>
            </a:r>
            <a:r>
              <a:rPr lang="en-US" altLang="en-US" dirty="0" smtClean="0">
                <a:latin typeface="Arial" panose="020B0604020202020204" pitchFamily="34" charset="0"/>
                <a:cs typeface="Arial" panose="020B0604020202020204" pitchFamily="34" charset="0"/>
                <a:sym typeface="Symbol" panose="05050102010706020507" pitchFamily="18" charset="2"/>
              </a:rPr>
              <a:t>→ ∞ </a:t>
            </a:r>
            <a:r>
              <a:rPr lang="en-US" altLang="en-US" dirty="0">
                <a:latin typeface="Arial" panose="020B0604020202020204" pitchFamily="34" charset="0"/>
                <a:cs typeface="Arial" panose="020B0604020202020204" pitchFamily="34" charset="0"/>
              </a:rPr>
              <a:t>(see Figure 2), so we say that the area of the infinite region </a:t>
            </a:r>
            <a:r>
              <a:rPr lang="en-US" altLang="en-US" i="1" dirty="0">
                <a:latin typeface="Arial" panose="020B0604020202020204" pitchFamily="34" charset="0"/>
                <a:cs typeface="Arial" panose="020B0604020202020204" pitchFamily="34" charset="0"/>
              </a:rPr>
              <a:t>S </a:t>
            </a:r>
            <a:r>
              <a:rPr lang="en-US" altLang="en-US" dirty="0">
                <a:latin typeface="Arial" panose="020B0604020202020204" pitchFamily="34" charset="0"/>
                <a:cs typeface="Arial" panose="020B0604020202020204" pitchFamily="34" charset="0"/>
              </a:rPr>
              <a:t>is equal to 1 and we write</a:t>
            </a:r>
            <a:endParaRPr lang="en-IN" dirty="0">
              <a:latin typeface="Arial" panose="020B0604020202020204" pitchFamily="34" charset="0"/>
              <a:cs typeface="Arial" panose="020B0604020202020204" pitchFamily="34" charset="0"/>
            </a:endParaRPr>
          </a:p>
        </p:txBody>
      </p:sp>
      <p:graphicFrame>
        <p:nvGraphicFramePr>
          <p:cNvPr id="22" name="Content Placeholder 21" descr="int_1^infinity ((1/(x^2)) d x) = lim_(t right arrow infinity) (int_1^t ((1/(x^2)) d x) = 1">
            <a:extLst>
              <a:ext uri="{FF2B5EF4-FFF2-40B4-BE49-F238E27FC236}">
                <a16:creationId xmlns="" xmlns:a16="http://schemas.microsoft.com/office/drawing/2014/main" id="{728A45C9-E91C-478F-8C31-75518F40E54D}"/>
              </a:ext>
            </a:extLst>
          </p:cNvPr>
          <p:cNvGraphicFramePr>
            <a:graphicFrameLocks noGrp="1" noChangeAspect="1"/>
          </p:cNvGraphicFramePr>
          <p:nvPr>
            <p:ph sz="quarter" idx="26"/>
            <p:extLst>
              <p:ext uri="{D42A27DB-BD31-4B8C-83A1-F6EECF244321}">
                <p14:modId xmlns:p14="http://schemas.microsoft.com/office/powerpoint/2010/main" val="3708570617"/>
              </p:ext>
            </p:extLst>
          </p:nvPr>
        </p:nvGraphicFramePr>
        <p:xfrm>
          <a:off x="4262101" y="3740742"/>
          <a:ext cx="3083595" cy="681259"/>
        </p:xfrm>
        <a:graphic>
          <a:graphicData uri="http://schemas.openxmlformats.org/presentationml/2006/ole">
            <mc:AlternateContent xmlns:mc="http://schemas.openxmlformats.org/markup-compatibility/2006">
              <mc:Choice xmlns:v="urn:schemas-microsoft-com:vml" Requires="v">
                <p:oleObj spid="_x0000_s686235" name="Equation" r:id="rId5" imgW="3276360" imgH="723600" progId="Equation.DSMT4">
                  <p:embed/>
                </p:oleObj>
              </mc:Choice>
              <mc:Fallback>
                <p:oleObj name="Equation" r:id="rId5" imgW="3276360" imgH="723600" progId="Equation.DSMT4">
                  <p:embed/>
                  <p:pic>
                    <p:nvPicPr>
                      <p:cNvPr id="21" name="Object 20">
                        <a:extLst>
                          <a:ext uri="{FF2B5EF4-FFF2-40B4-BE49-F238E27FC236}">
                            <a16:creationId xmlns="" xmlns:a16="http://schemas.microsoft.com/office/drawing/2014/main" id="{AB8AB955-EEE2-477D-BB14-39E8ECC34138}"/>
                          </a:ext>
                        </a:extLst>
                      </p:cNvPr>
                      <p:cNvPicPr/>
                      <p:nvPr/>
                    </p:nvPicPr>
                    <p:blipFill>
                      <a:blip r:embed="rId6"/>
                      <a:stretch>
                        <a:fillRect/>
                      </a:stretch>
                    </p:blipFill>
                    <p:spPr>
                      <a:xfrm>
                        <a:off x="4262101" y="3740742"/>
                        <a:ext cx="3083595" cy="681259"/>
                      </a:xfrm>
                      <a:prstGeom prst="rect">
                        <a:avLst/>
                      </a:prstGeom>
                    </p:spPr>
                  </p:pic>
                </p:oleObj>
              </mc:Fallback>
            </mc:AlternateContent>
          </a:graphicData>
        </a:graphic>
      </p:graphicFrame>
      <p:pic>
        <p:nvPicPr>
          <p:cNvPr id="23" name="Content Placeholder 22" descr="Four graphs. Graph 1. A curve is graphed in the first quadrant of the x y coordinate plane. It is a  decreasing concave upward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s x = 1, and x = 2 is shaded in the first quadrant. It is labeled area = 1/2. Graph 2. A curve is graphed in the first quadrant of the x y coordinate plane. It is a  decreasing concave upward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s x = 1, and x = 3 is shaded in the first quadrant. It is labeled area = 2/3. Graph 3. A curve is graphed in the first quadrant of the x y coordinate plane. It is a  decreasing concave upward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s x = 1, and x = 5 is shaded in the first quadrant. It is labeled area = 4/5. Graph 4. A curve is graphed in the first quadrant of the x y coordinate plane. It is a  decreasing concave upward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s x = 1, and the x axis is shaded. It is labeled area = 1. ">
            <a:extLst>
              <a:ext uri="{FF2B5EF4-FFF2-40B4-BE49-F238E27FC236}">
                <a16:creationId xmlns="" xmlns:a16="http://schemas.microsoft.com/office/drawing/2014/main" id="{F75938EA-96A0-4F7C-9CE6-C71B41C2729A}"/>
              </a:ext>
            </a:extLst>
          </p:cNvPr>
          <p:cNvPicPr>
            <a:picLocks noGrp="1" noChangeAspect="1"/>
          </p:cNvPicPr>
          <p:nvPr>
            <p:ph sz="quarter" idx="27"/>
          </p:nvPr>
        </p:nvPicPr>
        <p:blipFill>
          <a:blip r:embed="rId7"/>
          <a:stretch>
            <a:fillRect/>
          </a:stretch>
        </p:blipFill>
        <p:spPr>
          <a:xfrm>
            <a:off x="1104920" y="4600599"/>
            <a:ext cx="9397959" cy="1259091"/>
          </a:xfrm>
          <a:prstGeom prst="rect">
            <a:avLst/>
          </a:prstGeom>
        </p:spPr>
      </p:pic>
      <p:sp>
        <p:nvSpPr>
          <p:cNvPr id="8" name="Content Placeholder 7">
            <a:extLst>
              <a:ext uri="{FF2B5EF4-FFF2-40B4-BE49-F238E27FC236}">
                <a16:creationId xmlns="" xmlns:a16="http://schemas.microsoft.com/office/drawing/2014/main" id="{85E945FA-8548-45F6-A089-E7D236F86A47}"/>
              </a:ext>
            </a:extLst>
          </p:cNvPr>
          <p:cNvSpPr>
            <a:spLocks noGrp="1"/>
          </p:cNvSpPr>
          <p:nvPr>
            <p:ph sz="quarter" idx="28"/>
          </p:nvPr>
        </p:nvSpPr>
        <p:spPr>
          <a:xfrm>
            <a:off x="736600" y="5991685"/>
            <a:ext cx="10712449" cy="241364"/>
          </a:xfrm>
        </p:spPr>
        <p:txBody>
          <a:bodyPr/>
          <a:lstStyle/>
          <a:p>
            <a:pPr algn="ctr"/>
            <a:r>
              <a:rPr lang="en-US" altLang="en-US" sz="1800" b="1" dirty="0"/>
              <a:t>Figure 2</a:t>
            </a:r>
          </a:p>
        </p:txBody>
      </p:sp>
    </p:spTree>
    <p:extLst>
      <p:ext uri="{BB962C8B-B14F-4D97-AF65-F5344CB8AC3E}">
        <p14:creationId xmlns:p14="http://schemas.microsoft.com/office/powerpoint/2010/main" val="13501762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4AFC2D-76BF-476E-ACD5-23F8510CD3C1}"/>
              </a:ext>
            </a:extLst>
          </p:cNvPr>
          <p:cNvSpPr>
            <a:spLocks noGrp="1"/>
          </p:cNvSpPr>
          <p:nvPr>
            <p:ph type="title"/>
          </p:nvPr>
        </p:nvSpPr>
        <p:spPr/>
        <p:txBody>
          <a:bodyPr/>
          <a:lstStyle/>
          <a:p>
            <a:r>
              <a:rPr lang="en-US" altLang="en-US" dirty="0"/>
              <a:t>Type 1: Infinite Intervals </a:t>
            </a:r>
            <a:r>
              <a:rPr lang="en-US" altLang="en-US" sz="2400" b="0" dirty="0"/>
              <a:t>(3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FAED8417-1064-474C-9CB4-10C8002B53C2}"/>
              </a:ext>
            </a:extLst>
          </p:cNvPr>
          <p:cNvSpPr>
            <a:spLocks noGrp="1"/>
          </p:cNvSpPr>
          <p:nvPr>
            <p:ph sz="quarter" idx="23"/>
          </p:nvPr>
        </p:nvSpPr>
        <p:spPr>
          <a:xfrm>
            <a:off x="736600" y="1289049"/>
            <a:ext cx="10706100" cy="1179121"/>
          </a:xfrm>
        </p:spPr>
        <p:txBody>
          <a:bodyPr/>
          <a:lstStyle/>
          <a:p>
            <a:r>
              <a:rPr lang="en-US" altLang="en-US" dirty="0"/>
              <a:t>Using this example as a guide, we define the integral of </a:t>
            </a:r>
            <a:r>
              <a:rPr lang="en-US" altLang="en-US" i="1" dirty="0"/>
              <a:t>f</a:t>
            </a:r>
            <a:r>
              <a:rPr lang="en-US" altLang="en-US" dirty="0"/>
              <a:t> over an infinite interval as the limit of integrals over finite intervals.</a:t>
            </a:r>
          </a:p>
          <a:p>
            <a:r>
              <a:rPr lang="en-IN" b="1" dirty="0">
                <a:solidFill>
                  <a:srgbClr val="0000A3"/>
                </a:solidFill>
              </a:rPr>
              <a:t>1 Definition of an Improper Integral of Type 1</a:t>
            </a:r>
          </a:p>
        </p:txBody>
      </p:sp>
      <p:sp>
        <p:nvSpPr>
          <p:cNvPr id="4" name="Content Placeholder 3">
            <a:extLst>
              <a:ext uri="{FF2B5EF4-FFF2-40B4-BE49-F238E27FC236}">
                <a16:creationId xmlns="" xmlns:a16="http://schemas.microsoft.com/office/drawing/2014/main" id="{18D27D01-BC5E-439A-A4A7-5D8C6DDAA8A1}"/>
              </a:ext>
            </a:extLst>
          </p:cNvPr>
          <p:cNvSpPr>
            <a:spLocks noGrp="1"/>
          </p:cNvSpPr>
          <p:nvPr>
            <p:ph sz="quarter" idx="24"/>
          </p:nvPr>
        </p:nvSpPr>
        <p:spPr>
          <a:xfrm>
            <a:off x="742950" y="2563025"/>
            <a:ext cx="728041" cy="359079"/>
          </a:xfrm>
        </p:spPr>
        <p:txBody>
          <a:bodyPr/>
          <a:lstStyle/>
          <a:p>
            <a:r>
              <a:rPr lang="en-US" dirty="0"/>
              <a:t>(a) If</a:t>
            </a:r>
            <a:endParaRPr lang="en-IN" dirty="0"/>
          </a:p>
        </p:txBody>
      </p:sp>
      <p:graphicFrame>
        <p:nvGraphicFramePr>
          <p:cNvPr id="20" name="Content Placeholder 19" descr="int_a^t (f(x) d x)">
            <a:extLst>
              <a:ext uri="{FF2B5EF4-FFF2-40B4-BE49-F238E27FC236}">
                <a16:creationId xmlns="" xmlns:a16="http://schemas.microsoft.com/office/drawing/2014/main" id="{9CAED824-F383-42D7-BED8-843CE09733AF}"/>
              </a:ext>
            </a:extLst>
          </p:cNvPr>
          <p:cNvGraphicFramePr>
            <a:graphicFrameLocks noGrp="1" noChangeAspect="1"/>
          </p:cNvGraphicFramePr>
          <p:nvPr>
            <p:ph sz="quarter" idx="25"/>
            <p:extLst>
              <p:ext uri="{D42A27DB-BD31-4B8C-83A1-F6EECF244321}">
                <p14:modId xmlns:p14="http://schemas.microsoft.com/office/powerpoint/2010/main" val="3829227436"/>
              </p:ext>
            </p:extLst>
          </p:nvPr>
        </p:nvGraphicFramePr>
        <p:xfrm>
          <a:off x="1447190" y="2440329"/>
          <a:ext cx="1149265" cy="545612"/>
        </p:xfrm>
        <a:graphic>
          <a:graphicData uri="http://schemas.openxmlformats.org/presentationml/2006/ole">
            <mc:AlternateContent xmlns:mc="http://schemas.openxmlformats.org/markup-compatibility/2006">
              <mc:Choice xmlns:v="urn:schemas-microsoft-com:vml" Requires="v">
                <p:oleObj spid="_x0000_s687391" name="Equation" r:id="rId3" imgW="1257120" imgH="596880" progId="Equation.DSMT4">
                  <p:embed/>
                </p:oleObj>
              </mc:Choice>
              <mc:Fallback>
                <p:oleObj name="Equation" r:id="rId3" imgW="1257120" imgH="596880" progId="Equation.DSMT4">
                  <p:embed/>
                  <p:pic>
                    <p:nvPicPr>
                      <p:cNvPr id="19" name="Object 18">
                        <a:extLst>
                          <a:ext uri="{FF2B5EF4-FFF2-40B4-BE49-F238E27FC236}">
                            <a16:creationId xmlns="" xmlns:a16="http://schemas.microsoft.com/office/drawing/2014/main" id="{DC20A192-B606-47C8-9F16-4ABEE22F8FD9}"/>
                          </a:ext>
                        </a:extLst>
                      </p:cNvPr>
                      <p:cNvPicPr/>
                      <p:nvPr/>
                    </p:nvPicPr>
                    <p:blipFill>
                      <a:blip r:embed="rId4"/>
                      <a:stretch>
                        <a:fillRect/>
                      </a:stretch>
                    </p:blipFill>
                    <p:spPr>
                      <a:xfrm>
                        <a:off x="1447190" y="2440329"/>
                        <a:ext cx="1149265" cy="545612"/>
                      </a:xfrm>
                      <a:prstGeom prst="rect">
                        <a:avLst/>
                      </a:prstGeom>
                    </p:spPr>
                  </p:pic>
                </p:oleObj>
              </mc:Fallback>
            </mc:AlternateContent>
          </a:graphicData>
        </a:graphic>
      </p:graphicFrame>
      <p:sp>
        <p:nvSpPr>
          <p:cNvPr id="6" name="Content Placeholder 5">
            <a:extLst>
              <a:ext uri="{FF2B5EF4-FFF2-40B4-BE49-F238E27FC236}">
                <a16:creationId xmlns="" xmlns:a16="http://schemas.microsoft.com/office/drawing/2014/main" id="{4CBACFAF-C04E-4EAF-AD40-6FACC7CB6B0C}"/>
              </a:ext>
            </a:extLst>
          </p:cNvPr>
          <p:cNvSpPr>
            <a:spLocks noGrp="1"/>
          </p:cNvSpPr>
          <p:nvPr>
            <p:ph sz="quarter" idx="26"/>
          </p:nvPr>
        </p:nvSpPr>
        <p:spPr>
          <a:xfrm>
            <a:off x="2657335" y="2563026"/>
            <a:ext cx="4813313" cy="289504"/>
          </a:xfrm>
        </p:spPr>
        <p:txBody>
          <a:bodyPr/>
          <a:lstStyle/>
          <a:p>
            <a:r>
              <a:rPr lang="en-IN" dirty="0"/>
              <a:t>exists for every number </a:t>
            </a:r>
            <a:r>
              <a:rPr lang="en-IN" i="1" dirty="0"/>
              <a:t>t</a:t>
            </a:r>
            <a:r>
              <a:rPr lang="en-IN" dirty="0"/>
              <a:t> ≥ </a:t>
            </a:r>
            <a:r>
              <a:rPr lang="en-IN" i="1" dirty="0"/>
              <a:t>a</a:t>
            </a:r>
            <a:r>
              <a:rPr lang="en-IN" dirty="0"/>
              <a:t>, then</a:t>
            </a:r>
          </a:p>
        </p:txBody>
      </p:sp>
      <p:graphicFrame>
        <p:nvGraphicFramePr>
          <p:cNvPr id="22" name="Content Placeholder 21" descr="int_0^infinity (f(x) d x) = lim_(t right arrow infinity) (int_a^t (f(x) d x)) ">
            <a:extLst>
              <a:ext uri="{FF2B5EF4-FFF2-40B4-BE49-F238E27FC236}">
                <a16:creationId xmlns="" xmlns:a16="http://schemas.microsoft.com/office/drawing/2014/main" id="{8325EDDE-FCE1-49D8-9823-A60315D361C8}"/>
              </a:ext>
            </a:extLst>
          </p:cNvPr>
          <p:cNvGraphicFramePr>
            <a:graphicFrameLocks noGrp="1" noChangeAspect="1"/>
          </p:cNvGraphicFramePr>
          <p:nvPr>
            <p:ph sz="quarter" idx="27"/>
            <p:extLst>
              <p:ext uri="{D42A27DB-BD31-4B8C-83A1-F6EECF244321}">
                <p14:modId xmlns:p14="http://schemas.microsoft.com/office/powerpoint/2010/main" val="296243416"/>
              </p:ext>
            </p:extLst>
          </p:nvPr>
        </p:nvGraphicFramePr>
        <p:xfrm>
          <a:off x="4411195" y="3111966"/>
          <a:ext cx="3169377" cy="587375"/>
        </p:xfrm>
        <a:graphic>
          <a:graphicData uri="http://schemas.openxmlformats.org/presentationml/2006/ole">
            <mc:AlternateContent xmlns:mc="http://schemas.openxmlformats.org/markup-compatibility/2006">
              <mc:Choice xmlns:v="urn:schemas-microsoft-com:vml" Requires="v">
                <p:oleObj spid="_x0000_s687392" name="Equation" r:id="rId5" imgW="3288960" imgH="609480" progId="Equation.DSMT4">
                  <p:embed/>
                </p:oleObj>
              </mc:Choice>
              <mc:Fallback>
                <p:oleObj name="Equation" r:id="rId5" imgW="3288960" imgH="609480" progId="Equation.DSMT4">
                  <p:embed/>
                  <p:pic>
                    <p:nvPicPr>
                      <p:cNvPr id="21" name="Object 20">
                        <a:extLst>
                          <a:ext uri="{FF2B5EF4-FFF2-40B4-BE49-F238E27FC236}">
                            <a16:creationId xmlns="" xmlns:a16="http://schemas.microsoft.com/office/drawing/2014/main" id="{FD8582E9-A896-4639-AD8C-EBC7D1DCD85E}"/>
                          </a:ext>
                        </a:extLst>
                      </p:cNvPr>
                      <p:cNvPicPr/>
                      <p:nvPr/>
                    </p:nvPicPr>
                    <p:blipFill>
                      <a:blip r:embed="rId6"/>
                      <a:stretch>
                        <a:fillRect/>
                      </a:stretch>
                    </p:blipFill>
                    <p:spPr>
                      <a:xfrm>
                        <a:off x="4411195" y="3111966"/>
                        <a:ext cx="3169377" cy="587375"/>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3EDAA350-89D2-4D98-BEE9-9500CF692D07}"/>
              </a:ext>
            </a:extLst>
          </p:cNvPr>
          <p:cNvSpPr>
            <a:spLocks noGrp="1"/>
          </p:cNvSpPr>
          <p:nvPr>
            <p:ph sz="quarter" idx="28"/>
          </p:nvPr>
        </p:nvSpPr>
        <p:spPr>
          <a:xfrm>
            <a:off x="1192695" y="3956021"/>
            <a:ext cx="6277953" cy="359079"/>
          </a:xfrm>
        </p:spPr>
        <p:txBody>
          <a:bodyPr/>
          <a:lstStyle/>
          <a:p>
            <a:r>
              <a:rPr lang="en-IN" dirty="0"/>
              <a:t>provided this limit exists (as a finite number).</a:t>
            </a:r>
          </a:p>
        </p:txBody>
      </p:sp>
      <p:sp>
        <p:nvSpPr>
          <p:cNvPr id="9" name="Content Placeholder 8">
            <a:extLst>
              <a:ext uri="{FF2B5EF4-FFF2-40B4-BE49-F238E27FC236}">
                <a16:creationId xmlns="" xmlns:a16="http://schemas.microsoft.com/office/drawing/2014/main" id="{EBDAC5B9-866D-42A3-B08E-60F5686C3EA5}"/>
              </a:ext>
            </a:extLst>
          </p:cNvPr>
          <p:cNvSpPr>
            <a:spLocks noGrp="1"/>
          </p:cNvSpPr>
          <p:nvPr>
            <p:ph sz="quarter" idx="29"/>
          </p:nvPr>
        </p:nvSpPr>
        <p:spPr>
          <a:xfrm>
            <a:off x="736600" y="4604797"/>
            <a:ext cx="728041" cy="367186"/>
          </a:xfrm>
        </p:spPr>
        <p:txBody>
          <a:bodyPr/>
          <a:lstStyle/>
          <a:p>
            <a:r>
              <a:rPr lang="en-US" dirty="0"/>
              <a:t>(b) If</a:t>
            </a:r>
            <a:endParaRPr lang="en-IN" dirty="0"/>
          </a:p>
        </p:txBody>
      </p:sp>
      <p:graphicFrame>
        <p:nvGraphicFramePr>
          <p:cNvPr id="24" name="Content Placeholder 23" descr="int_t^b (f(x) d x)">
            <a:extLst>
              <a:ext uri="{FF2B5EF4-FFF2-40B4-BE49-F238E27FC236}">
                <a16:creationId xmlns="" xmlns:a16="http://schemas.microsoft.com/office/drawing/2014/main" id="{30587701-DFD2-4A67-AD2F-8F95019A93DB}"/>
              </a:ext>
            </a:extLst>
          </p:cNvPr>
          <p:cNvGraphicFramePr>
            <a:graphicFrameLocks noGrp="1" noChangeAspect="1"/>
          </p:cNvGraphicFramePr>
          <p:nvPr>
            <p:ph sz="quarter" idx="30"/>
            <p:extLst>
              <p:ext uri="{D42A27DB-BD31-4B8C-83A1-F6EECF244321}">
                <p14:modId xmlns:p14="http://schemas.microsoft.com/office/powerpoint/2010/main" val="2772749980"/>
              </p:ext>
            </p:extLst>
          </p:nvPr>
        </p:nvGraphicFramePr>
        <p:xfrm>
          <a:off x="1455744" y="4518283"/>
          <a:ext cx="1127099" cy="519350"/>
        </p:xfrm>
        <a:graphic>
          <a:graphicData uri="http://schemas.openxmlformats.org/presentationml/2006/ole">
            <mc:AlternateContent xmlns:mc="http://schemas.openxmlformats.org/markup-compatibility/2006">
              <mc:Choice xmlns:v="urn:schemas-microsoft-com:vml" Requires="v">
                <p:oleObj spid="_x0000_s687393" name="Equation" r:id="rId7" imgW="1295280" imgH="596880" progId="Equation.DSMT4">
                  <p:embed/>
                </p:oleObj>
              </mc:Choice>
              <mc:Fallback>
                <p:oleObj name="Equation" r:id="rId7" imgW="1295280" imgH="596880" progId="Equation.DSMT4">
                  <p:embed/>
                  <p:pic>
                    <p:nvPicPr>
                      <p:cNvPr id="23" name="Object 22">
                        <a:extLst>
                          <a:ext uri="{FF2B5EF4-FFF2-40B4-BE49-F238E27FC236}">
                            <a16:creationId xmlns="" xmlns:a16="http://schemas.microsoft.com/office/drawing/2014/main" id="{987CFC5E-9195-4A8E-A478-EC5E0D3AD94F}"/>
                          </a:ext>
                        </a:extLst>
                      </p:cNvPr>
                      <p:cNvPicPr/>
                      <p:nvPr/>
                    </p:nvPicPr>
                    <p:blipFill>
                      <a:blip r:embed="rId8"/>
                      <a:stretch>
                        <a:fillRect/>
                      </a:stretch>
                    </p:blipFill>
                    <p:spPr>
                      <a:xfrm>
                        <a:off x="1455744" y="4518283"/>
                        <a:ext cx="1127099" cy="519350"/>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02E1A14E-4015-436C-9287-B4A053D13EB2}"/>
              </a:ext>
            </a:extLst>
          </p:cNvPr>
          <p:cNvSpPr>
            <a:spLocks noGrp="1"/>
          </p:cNvSpPr>
          <p:nvPr>
            <p:ph sz="quarter" idx="31"/>
          </p:nvPr>
        </p:nvSpPr>
        <p:spPr>
          <a:xfrm>
            <a:off x="2648190" y="4611692"/>
            <a:ext cx="4715911" cy="341821"/>
          </a:xfrm>
        </p:spPr>
        <p:txBody>
          <a:bodyPr/>
          <a:lstStyle/>
          <a:p>
            <a:r>
              <a:rPr lang="en-IN" dirty="0"/>
              <a:t>exists for every number </a:t>
            </a:r>
            <a:r>
              <a:rPr lang="en-IN" i="1" dirty="0"/>
              <a:t>t</a:t>
            </a:r>
            <a:r>
              <a:rPr lang="en-IN" dirty="0"/>
              <a:t> ≤ </a:t>
            </a:r>
            <a:r>
              <a:rPr lang="en-IN" i="1" dirty="0"/>
              <a:t>b</a:t>
            </a:r>
            <a:r>
              <a:rPr lang="en-IN" dirty="0"/>
              <a:t>, then</a:t>
            </a:r>
          </a:p>
        </p:txBody>
      </p:sp>
      <p:graphicFrame>
        <p:nvGraphicFramePr>
          <p:cNvPr id="26" name="Content Placeholder 25" descr="int_(negative infinity)^b (f(x) d x) = lim_(t right arrow (negative infinity)) (int_t^b (f(x) d x))">
            <a:extLst>
              <a:ext uri="{FF2B5EF4-FFF2-40B4-BE49-F238E27FC236}">
                <a16:creationId xmlns="" xmlns:a16="http://schemas.microsoft.com/office/drawing/2014/main" id="{1644294E-31ED-4135-9C1F-DC8CA425A9D4}"/>
              </a:ext>
            </a:extLst>
          </p:cNvPr>
          <p:cNvGraphicFramePr>
            <a:graphicFrameLocks noGrp="1" noChangeAspect="1"/>
          </p:cNvGraphicFramePr>
          <p:nvPr>
            <p:ph sz="quarter" idx="32"/>
            <p:extLst>
              <p:ext uri="{D42A27DB-BD31-4B8C-83A1-F6EECF244321}">
                <p14:modId xmlns:p14="http://schemas.microsoft.com/office/powerpoint/2010/main" val="269150925"/>
              </p:ext>
            </p:extLst>
          </p:nvPr>
        </p:nvGraphicFramePr>
        <p:xfrm>
          <a:off x="4449020" y="5123050"/>
          <a:ext cx="3399151" cy="595472"/>
        </p:xfrm>
        <a:graphic>
          <a:graphicData uri="http://schemas.openxmlformats.org/presentationml/2006/ole">
            <mc:AlternateContent xmlns:mc="http://schemas.openxmlformats.org/markup-compatibility/2006">
              <mc:Choice xmlns:v="urn:schemas-microsoft-com:vml" Requires="v">
                <p:oleObj spid="_x0000_s687394" name="Equation" r:id="rId9" imgW="3479760" imgH="609480" progId="Equation.DSMT4">
                  <p:embed/>
                </p:oleObj>
              </mc:Choice>
              <mc:Fallback>
                <p:oleObj name="Equation" r:id="rId9" imgW="3479760" imgH="609480" progId="Equation.DSMT4">
                  <p:embed/>
                  <p:pic>
                    <p:nvPicPr>
                      <p:cNvPr id="25" name="Object 24">
                        <a:extLst>
                          <a:ext uri="{FF2B5EF4-FFF2-40B4-BE49-F238E27FC236}">
                            <a16:creationId xmlns="" xmlns:a16="http://schemas.microsoft.com/office/drawing/2014/main" id="{64C628CD-B02A-43E7-A501-6D00A9F34010}"/>
                          </a:ext>
                        </a:extLst>
                      </p:cNvPr>
                      <p:cNvPicPr/>
                      <p:nvPr/>
                    </p:nvPicPr>
                    <p:blipFill>
                      <a:blip r:embed="rId10"/>
                      <a:stretch>
                        <a:fillRect/>
                      </a:stretch>
                    </p:blipFill>
                    <p:spPr>
                      <a:xfrm>
                        <a:off x="4449020" y="5123050"/>
                        <a:ext cx="3399151" cy="595472"/>
                      </a:xfrm>
                      <a:prstGeom prst="rect">
                        <a:avLst/>
                      </a:prstGeom>
                    </p:spPr>
                  </p:pic>
                </p:oleObj>
              </mc:Fallback>
            </mc:AlternateContent>
          </a:graphicData>
        </a:graphic>
      </p:graphicFrame>
      <p:sp>
        <p:nvSpPr>
          <p:cNvPr id="13" name="Content Placeholder 12">
            <a:extLst>
              <a:ext uri="{FF2B5EF4-FFF2-40B4-BE49-F238E27FC236}">
                <a16:creationId xmlns="" xmlns:a16="http://schemas.microsoft.com/office/drawing/2014/main" id="{73F94D61-1108-4060-8D7D-F81396A3DB11}"/>
              </a:ext>
            </a:extLst>
          </p:cNvPr>
          <p:cNvSpPr>
            <a:spLocks noGrp="1"/>
          </p:cNvSpPr>
          <p:nvPr>
            <p:ph sz="quarter" idx="33"/>
          </p:nvPr>
        </p:nvSpPr>
        <p:spPr>
          <a:xfrm>
            <a:off x="1192695" y="5866156"/>
            <a:ext cx="6277953" cy="341820"/>
          </a:xfrm>
        </p:spPr>
        <p:txBody>
          <a:bodyPr/>
          <a:lstStyle/>
          <a:p>
            <a:r>
              <a:rPr lang="en-IN" dirty="0"/>
              <a:t>provided this limit exists (as a finite number).</a:t>
            </a:r>
          </a:p>
        </p:txBody>
      </p:sp>
    </p:spTree>
    <p:extLst>
      <p:ext uri="{BB962C8B-B14F-4D97-AF65-F5344CB8AC3E}">
        <p14:creationId xmlns:p14="http://schemas.microsoft.com/office/powerpoint/2010/main" val="8086425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F585FC-4B2C-436B-A8B8-A4B2DA411ADC}"/>
              </a:ext>
            </a:extLst>
          </p:cNvPr>
          <p:cNvSpPr>
            <a:spLocks noGrp="1"/>
          </p:cNvSpPr>
          <p:nvPr>
            <p:ph type="title"/>
          </p:nvPr>
        </p:nvSpPr>
        <p:spPr/>
        <p:txBody>
          <a:bodyPr/>
          <a:lstStyle/>
          <a:p>
            <a:r>
              <a:rPr lang="en-US" altLang="en-US" dirty="0"/>
              <a:t>Type 1: Infinite Intervals </a:t>
            </a:r>
            <a:r>
              <a:rPr lang="en-US" altLang="en-US" sz="2400" b="0" dirty="0"/>
              <a:t>(4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50683D4A-5007-4C88-ADB0-217758EF0C01}"/>
              </a:ext>
            </a:extLst>
          </p:cNvPr>
          <p:cNvSpPr>
            <a:spLocks noGrp="1"/>
          </p:cNvSpPr>
          <p:nvPr>
            <p:ph sz="quarter" idx="23"/>
          </p:nvPr>
        </p:nvSpPr>
        <p:spPr>
          <a:xfrm>
            <a:off x="736600" y="1289050"/>
            <a:ext cx="3060148" cy="321089"/>
          </a:xfrm>
        </p:spPr>
        <p:txBody>
          <a:bodyPr/>
          <a:lstStyle/>
          <a:p>
            <a:r>
              <a:rPr lang="en-IN" dirty="0"/>
              <a:t>The improper integrals</a:t>
            </a:r>
          </a:p>
        </p:txBody>
      </p:sp>
      <p:graphicFrame>
        <p:nvGraphicFramePr>
          <p:cNvPr id="20" name="Content Placeholder 19" descr="int_a^infinity (f(x) d x) and int_(negative infinity)^b (f(x) d x)">
            <a:extLst>
              <a:ext uri="{FF2B5EF4-FFF2-40B4-BE49-F238E27FC236}">
                <a16:creationId xmlns="" xmlns:a16="http://schemas.microsoft.com/office/drawing/2014/main" id="{D2A0E677-46CE-4B4D-ADC1-B610CDAB9A3A}"/>
              </a:ext>
            </a:extLst>
          </p:cNvPr>
          <p:cNvGraphicFramePr>
            <a:graphicFrameLocks noGrp="1" noChangeAspect="1"/>
          </p:cNvGraphicFramePr>
          <p:nvPr>
            <p:ph sz="quarter" idx="24"/>
            <p:extLst>
              <p:ext uri="{D42A27DB-BD31-4B8C-83A1-F6EECF244321}">
                <p14:modId xmlns:p14="http://schemas.microsoft.com/office/powerpoint/2010/main" val="3515613465"/>
              </p:ext>
            </p:extLst>
          </p:nvPr>
        </p:nvGraphicFramePr>
        <p:xfrm>
          <a:off x="3895680" y="1171281"/>
          <a:ext cx="3253489" cy="574865"/>
        </p:xfrm>
        <a:graphic>
          <a:graphicData uri="http://schemas.openxmlformats.org/presentationml/2006/ole">
            <mc:AlternateContent xmlns:mc="http://schemas.openxmlformats.org/markup-compatibility/2006">
              <mc:Choice xmlns:v="urn:schemas-microsoft-com:vml" Requires="v">
                <p:oleObj spid="_x0000_s688337" name="Equation" r:id="rId3" imgW="3377880" imgH="596880" progId="Equation.DSMT4">
                  <p:embed/>
                </p:oleObj>
              </mc:Choice>
              <mc:Fallback>
                <p:oleObj name="Equation" r:id="rId3" imgW="3377880" imgH="596880" progId="Equation.DSMT4">
                  <p:embed/>
                  <p:pic>
                    <p:nvPicPr>
                      <p:cNvPr id="19" name="Object 18">
                        <a:extLst>
                          <a:ext uri="{FF2B5EF4-FFF2-40B4-BE49-F238E27FC236}">
                            <a16:creationId xmlns="" xmlns:a16="http://schemas.microsoft.com/office/drawing/2014/main" id="{BE457589-054C-440B-B45F-09BA64B89B37}"/>
                          </a:ext>
                        </a:extLst>
                      </p:cNvPr>
                      <p:cNvPicPr/>
                      <p:nvPr/>
                    </p:nvPicPr>
                    <p:blipFill>
                      <a:blip r:embed="rId4"/>
                      <a:stretch>
                        <a:fillRect/>
                      </a:stretch>
                    </p:blipFill>
                    <p:spPr>
                      <a:xfrm>
                        <a:off x="3895680" y="1171281"/>
                        <a:ext cx="3253489" cy="574865"/>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870B0496-C2DB-49D7-B921-23449533DE3E}"/>
              </a:ext>
            </a:extLst>
          </p:cNvPr>
          <p:cNvSpPr>
            <a:spLocks noGrp="1"/>
          </p:cNvSpPr>
          <p:nvPr>
            <p:ph sz="quarter" idx="25"/>
          </p:nvPr>
        </p:nvSpPr>
        <p:spPr>
          <a:xfrm>
            <a:off x="7248100" y="1292780"/>
            <a:ext cx="4207299" cy="317360"/>
          </a:xfrm>
        </p:spPr>
        <p:txBody>
          <a:bodyPr/>
          <a:lstStyle/>
          <a:p>
            <a:r>
              <a:rPr lang="en-IN" dirty="0"/>
              <a:t>are called </a:t>
            </a:r>
            <a:r>
              <a:rPr lang="en-IN" b="1" dirty="0"/>
              <a:t>convergent</a:t>
            </a:r>
            <a:r>
              <a:rPr lang="en-IN" dirty="0"/>
              <a:t> if the</a:t>
            </a:r>
          </a:p>
        </p:txBody>
      </p:sp>
      <p:sp>
        <p:nvSpPr>
          <p:cNvPr id="6" name="Content Placeholder 5">
            <a:extLst>
              <a:ext uri="{FF2B5EF4-FFF2-40B4-BE49-F238E27FC236}">
                <a16:creationId xmlns="" xmlns:a16="http://schemas.microsoft.com/office/drawing/2014/main" id="{91763853-8F4A-4526-95CE-474C6E323E23}"/>
              </a:ext>
            </a:extLst>
          </p:cNvPr>
          <p:cNvSpPr>
            <a:spLocks noGrp="1"/>
          </p:cNvSpPr>
          <p:nvPr>
            <p:ph sz="quarter" idx="26"/>
          </p:nvPr>
        </p:nvSpPr>
        <p:spPr>
          <a:xfrm>
            <a:off x="736600" y="1795235"/>
            <a:ext cx="10718800" cy="323520"/>
          </a:xfrm>
        </p:spPr>
        <p:txBody>
          <a:bodyPr/>
          <a:lstStyle/>
          <a:p>
            <a:r>
              <a:rPr lang="en-IN" dirty="0"/>
              <a:t>corresponding limit exists and </a:t>
            </a:r>
            <a:r>
              <a:rPr lang="en-IN" b="1" dirty="0"/>
              <a:t>divergent</a:t>
            </a:r>
            <a:r>
              <a:rPr lang="en-IN" dirty="0"/>
              <a:t> if the limit does not exist.</a:t>
            </a:r>
          </a:p>
        </p:txBody>
      </p:sp>
      <p:sp>
        <p:nvSpPr>
          <p:cNvPr id="7" name="Content Placeholder 6">
            <a:extLst>
              <a:ext uri="{FF2B5EF4-FFF2-40B4-BE49-F238E27FC236}">
                <a16:creationId xmlns="" xmlns:a16="http://schemas.microsoft.com/office/drawing/2014/main" id="{DD5A008B-39EA-453D-9413-ECD9F0DBA060}"/>
              </a:ext>
            </a:extLst>
          </p:cNvPr>
          <p:cNvSpPr>
            <a:spLocks noGrp="1"/>
          </p:cNvSpPr>
          <p:nvPr>
            <p:ph sz="quarter" idx="27"/>
          </p:nvPr>
        </p:nvSpPr>
        <p:spPr>
          <a:xfrm>
            <a:off x="736600" y="2385639"/>
            <a:ext cx="1290983" cy="323520"/>
          </a:xfrm>
        </p:spPr>
        <p:txBody>
          <a:bodyPr/>
          <a:lstStyle/>
          <a:p>
            <a:r>
              <a:rPr lang="en-IN" dirty="0"/>
              <a:t>(c) If both</a:t>
            </a:r>
          </a:p>
        </p:txBody>
      </p:sp>
      <p:graphicFrame>
        <p:nvGraphicFramePr>
          <p:cNvPr id="22" name="Content Placeholder 21" descr="int_a^infinity (f(x) d x) and int_(negative infinity)^a (f(x) d x)">
            <a:extLst>
              <a:ext uri="{FF2B5EF4-FFF2-40B4-BE49-F238E27FC236}">
                <a16:creationId xmlns="" xmlns:a16="http://schemas.microsoft.com/office/drawing/2014/main" id="{C51CFFCA-C86B-48F9-8FA5-FA725E824E91}"/>
              </a:ext>
            </a:extLst>
          </p:cNvPr>
          <p:cNvGraphicFramePr>
            <a:graphicFrameLocks noGrp="1" noChangeAspect="1"/>
          </p:cNvGraphicFramePr>
          <p:nvPr>
            <p:ph sz="quarter" idx="28"/>
            <p:extLst>
              <p:ext uri="{D42A27DB-BD31-4B8C-83A1-F6EECF244321}">
                <p14:modId xmlns:p14="http://schemas.microsoft.com/office/powerpoint/2010/main" val="2650487427"/>
              </p:ext>
            </p:extLst>
          </p:nvPr>
        </p:nvGraphicFramePr>
        <p:xfrm>
          <a:off x="2126973" y="2263955"/>
          <a:ext cx="3324292" cy="587375"/>
        </p:xfrm>
        <a:graphic>
          <a:graphicData uri="http://schemas.openxmlformats.org/presentationml/2006/ole">
            <mc:AlternateContent xmlns:mc="http://schemas.openxmlformats.org/markup-compatibility/2006">
              <mc:Choice xmlns:v="urn:schemas-microsoft-com:vml" Requires="v">
                <p:oleObj spid="_x0000_s688338" name="Equation" r:id="rId5" imgW="3377880" imgH="596880" progId="Equation.DSMT4">
                  <p:embed/>
                </p:oleObj>
              </mc:Choice>
              <mc:Fallback>
                <p:oleObj name="Equation" r:id="rId5" imgW="3377880" imgH="596880" progId="Equation.DSMT4">
                  <p:embed/>
                  <p:pic>
                    <p:nvPicPr>
                      <p:cNvPr id="21" name="Object 20">
                        <a:extLst>
                          <a:ext uri="{FF2B5EF4-FFF2-40B4-BE49-F238E27FC236}">
                            <a16:creationId xmlns="" xmlns:a16="http://schemas.microsoft.com/office/drawing/2014/main" id="{4DFA0BD9-6AEE-45CC-A20E-0422DBAB5F7F}"/>
                          </a:ext>
                        </a:extLst>
                      </p:cNvPr>
                      <p:cNvPicPr/>
                      <p:nvPr/>
                    </p:nvPicPr>
                    <p:blipFill>
                      <a:blip r:embed="rId6"/>
                      <a:stretch>
                        <a:fillRect/>
                      </a:stretch>
                    </p:blipFill>
                    <p:spPr>
                      <a:xfrm>
                        <a:off x="2126973" y="2263955"/>
                        <a:ext cx="3324292" cy="587375"/>
                      </a:xfrm>
                      <a:prstGeom prst="rect">
                        <a:avLst/>
                      </a:prstGeom>
                    </p:spPr>
                  </p:pic>
                </p:oleObj>
              </mc:Fallback>
            </mc:AlternateContent>
          </a:graphicData>
        </a:graphic>
      </p:graphicFrame>
      <p:sp>
        <p:nvSpPr>
          <p:cNvPr id="9" name="Content Placeholder 8">
            <a:extLst>
              <a:ext uri="{FF2B5EF4-FFF2-40B4-BE49-F238E27FC236}">
                <a16:creationId xmlns="" xmlns:a16="http://schemas.microsoft.com/office/drawing/2014/main" id="{791CD03A-3C84-4143-834B-B56E892B37FD}"/>
              </a:ext>
            </a:extLst>
          </p:cNvPr>
          <p:cNvSpPr>
            <a:spLocks noGrp="1"/>
          </p:cNvSpPr>
          <p:nvPr>
            <p:ph sz="quarter" idx="29"/>
          </p:nvPr>
        </p:nvSpPr>
        <p:spPr>
          <a:xfrm>
            <a:off x="5532367" y="2395576"/>
            <a:ext cx="4425450" cy="317885"/>
          </a:xfrm>
        </p:spPr>
        <p:txBody>
          <a:bodyPr/>
          <a:lstStyle/>
          <a:p>
            <a:r>
              <a:rPr lang="en-IN" dirty="0"/>
              <a:t>are convergent, then we define</a:t>
            </a:r>
          </a:p>
        </p:txBody>
      </p:sp>
      <p:graphicFrame>
        <p:nvGraphicFramePr>
          <p:cNvPr id="24" name="Content Placeholder 23" descr="int_(negative infinity)^infinity (f(x) d x) = int_(negative infinity)^a (f(x) d x) + int_a^infinity (f(x) d x)">
            <a:extLst>
              <a:ext uri="{FF2B5EF4-FFF2-40B4-BE49-F238E27FC236}">
                <a16:creationId xmlns="" xmlns:a16="http://schemas.microsoft.com/office/drawing/2014/main" id="{3FD0D5EC-8E37-498E-A5C6-E36F30DFC1A5}"/>
              </a:ext>
            </a:extLst>
          </p:cNvPr>
          <p:cNvGraphicFramePr>
            <a:graphicFrameLocks noGrp="1" noChangeAspect="1"/>
          </p:cNvGraphicFramePr>
          <p:nvPr>
            <p:ph sz="quarter" idx="30"/>
            <p:extLst>
              <p:ext uri="{D42A27DB-BD31-4B8C-83A1-F6EECF244321}">
                <p14:modId xmlns:p14="http://schemas.microsoft.com/office/powerpoint/2010/main" val="1697113674"/>
              </p:ext>
            </p:extLst>
          </p:nvPr>
        </p:nvGraphicFramePr>
        <p:xfrm>
          <a:off x="3823836" y="3028999"/>
          <a:ext cx="4531629" cy="591630"/>
        </p:xfrm>
        <a:graphic>
          <a:graphicData uri="http://schemas.openxmlformats.org/presentationml/2006/ole">
            <mc:AlternateContent xmlns:mc="http://schemas.openxmlformats.org/markup-compatibility/2006">
              <mc:Choice xmlns:v="urn:schemas-microsoft-com:vml" Requires="v">
                <p:oleObj spid="_x0000_s688339" name="Equation" r:id="rId7" imgW="4572000" imgH="596880" progId="Equation.DSMT4">
                  <p:embed/>
                </p:oleObj>
              </mc:Choice>
              <mc:Fallback>
                <p:oleObj name="Equation" r:id="rId7" imgW="4572000" imgH="596880" progId="Equation.DSMT4">
                  <p:embed/>
                  <p:pic>
                    <p:nvPicPr>
                      <p:cNvPr id="23" name="Object 22">
                        <a:extLst>
                          <a:ext uri="{FF2B5EF4-FFF2-40B4-BE49-F238E27FC236}">
                            <a16:creationId xmlns="" xmlns:a16="http://schemas.microsoft.com/office/drawing/2014/main" id="{109FE073-2EE8-4E29-B0BE-23535FF4BD54}"/>
                          </a:ext>
                        </a:extLst>
                      </p:cNvPr>
                      <p:cNvPicPr/>
                      <p:nvPr/>
                    </p:nvPicPr>
                    <p:blipFill>
                      <a:blip r:embed="rId8"/>
                      <a:stretch>
                        <a:fillRect/>
                      </a:stretch>
                    </p:blipFill>
                    <p:spPr>
                      <a:xfrm>
                        <a:off x="3823836" y="3028999"/>
                        <a:ext cx="4531629" cy="591630"/>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71E8EF92-8C04-4FAE-9382-F7625963E5C4}"/>
              </a:ext>
            </a:extLst>
          </p:cNvPr>
          <p:cNvSpPr>
            <a:spLocks noGrp="1"/>
          </p:cNvSpPr>
          <p:nvPr>
            <p:ph sz="quarter" idx="31"/>
          </p:nvPr>
        </p:nvSpPr>
        <p:spPr>
          <a:xfrm>
            <a:off x="736599" y="3877986"/>
            <a:ext cx="10805489" cy="372995"/>
          </a:xfrm>
        </p:spPr>
        <p:txBody>
          <a:bodyPr/>
          <a:lstStyle/>
          <a:p>
            <a:r>
              <a:rPr lang="en-IN" dirty="0"/>
              <a:t>In part (c) any real number </a:t>
            </a:r>
            <a:r>
              <a:rPr lang="en-IN" i="1" dirty="0"/>
              <a:t>a</a:t>
            </a:r>
            <a:r>
              <a:rPr lang="en-IN" dirty="0"/>
              <a:t> can be used (see Exercise 76).</a:t>
            </a:r>
          </a:p>
        </p:txBody>
      </p:sp>
    </p:spTree>
    <p:extLst>
      <p:ext uri="{BB962C8B-B14F-4D97-AF65-F5344CB8AC3E}">
        <p14:creationId xmlns:p14="http://schemas.microsoft.com/office/powerpoint/2010/main" val="8094462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194FA0-10AA-41BD-91AA-CF9BA6B3AC28}"/>
              </a:ext>
            </a:extLst>
          </p:cNvPr>
          <p:cNvSpPr>
            <a:spLocks noGrp="1"/>
          </p:cNvSpPr>
          <p:nvPr>
            <p:ph type="title"/>
          </p:nvPr>
        </p:nvSpPr>
        <p:spPr/>
        <p:txBody>
          <a:bodyPr/>
          <a:lstStyle/>
          <a:p>
            <a:r>
              <a:rPr lang="en-US" altLang="en-US" dirty="0"/>
              <a:t>Type 1: Infinite Intervals </a:t>
            </a:r>
            <a:r>
              <a:rPr lang="en-US" altLang="en-US" sz="2400" b="0" dirty="0"/>
              <a:t>(5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C0562424-C7F2-42ED-A6D6-8BC4CB41F045}"/>
              </a:ext>
            </a:extLst>
          </p:cNvPr>
          <p:cNvSpPr>
            <a:spLocks noGrp="1"/>
          </p:cNvSpPr>
          <p:nvPr>
            <p:ph sz="quarter" idx="23"/>
          </p:nvPr>
        </p:nvSpPr>
        <p:spPr>
          <a:xfrm>
            <a:off x="736600" y="1289049"/>
            <a:ext cx="10617200" cy="672105"/>
          </a:xfrm>
        </p:spPr>
        <p:txBody>
          <a:bodyPr/>
          <a:lstStyle/>
          <a:p>
            <a:r>
              <a:rPr lang="en-US" altLang="en-US" dirty="0"/>
              <a:t>Any of the improper integrals in Definition 1 can be interpreted as an area provided that </a:t>
            </a:r>
            <a:r>
              <a:rPr lang="en-US" altLang="en-US" i="1" dirty="0"/>
              <a:t>f </a:t>
            </a:r>
            <a:r>
              <a:rPr lang="en-US" altLang="en-US" dirty="0"/>
              <a:t>is a positive function.</a:t>
            </a:r>
            <a:endParaRPr lang="en-IN" dirty="0"/>
          </a:p>
        </p:txBody>
      </p:sp>
      <p:sp>
        <p:nvSpPr>
          <p:cNvPr id="4" name="Content Placeholder 3">
            <a:extLst>
              <a:ext uri="{FF2B5EF4-FFF2-40B4-BE49-F238E27FC236}">
                <a16:creationId xmlns="" xmlns:a16="http://schemas.microsoft.com/office/drawing/2014/main" id="{FE9858D1-E1B9-4685-9D9E-BDE94C3D3D8E}"/>
              </a:ext>
            </a:extLst>
          </p:cNvPr>
          <p:cNvSpPr>
            <a:spLocks noGrp="1"/>
          </p:cNvSpPr>
          <p:nvPr>
            <p:ph sz="quarter" idx="24"/>
          </p:nvPr>
        </p:nvSpPr>
        <p:spPr>
          <a:xfrm>
            <a:off x="736600" y="2123723"/>
            <a:ext cx="6856896" cy="359006"/>
          </a:xfrm>
        </p:spPr>
        <p:txBody>
          <a:bodyPr/>
          <a:lstStyle/>
          <a:p>
            <a:r>
              <a:rPr lang="en-US" altLang="en-US" dirty="0">
                <a:latin typeface="Arial" panose="020B0604020202020204" pitchFamily="34" charset="0"/>
                <a:cs typeface="Arial" panose="020B0604020202020204" pitchFamily="34" charset="0"/>
              </a:rPr>
              <a:t>For instance, in case (a) if </a:t>
            </a:r>
            <a:r>
              <a:rPr lang="en-US" altLang="en-US" i="1" dirty="0">
                <a:latin typeface="Arial" panose="020B0604020202020204" pitchFamily="34" charset="0"/>
                <a:cs typeface="Arial" panose="020B0604020202020204" pitchFamily="34" charset="0"/>
              </a:rPr>
              <a:t>f</a:t>
            </a:r>
            <a:r>
              <a:rPr lang="en-US" altLang="en-US" sz="40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i="1" dirty="0">
                <a:latin typeface="Arial" panose="020B0604020202020204" pitchFamily="34" charset="0"/>
                <a:cs typeface="Arial" panose="020B0604020202020204" pitchFamily="34" charset="0"/>
              </a:rPr>
              <a:t>x</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b="1" dirty="0" smtClean="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0 and the integral</a:t>
            </a:r>
            <a:endParaRPr lang="en-IN" dirty="0">
              <a:latin typeface="Arial" panose="020B0604020202020204" pitchFamily="34" charset="0"/>
              <a:cs typeface="Arial" panose="020B0604020202020204" pitchFamily="34" charset="0"/>
            </a:endParaRPr>
          </a:p>
        </p:txBody>
      </p:sp>
      <p:graphicFrame>
        <p:nvGraphicFramePr>
          <p:cNvPr id="20" name="Content Placeholder 19" descr="int_a^infinity (f(x) d x)&#10;">
            <a:extLst>
              <a:ext uri="{FF2B5EF4-FFF2-40B4-BE49-F238E27FC236}">
                <a16:creationId xmlns="" xmlns:a16="http://schemas.microsoft.com/office/drawing/2014/main" id="{766597CC-3DE7-4F54-92F1-46C22C117F41}"/>
              </a:ext>
            </a:extLst>
          </p:cNvPr>
          <p:cNvGraphicFramePr>
            <a:graphicFrameLocks noGrp="1" noChangeAspect="1"/>
          </p:cNvGraphicFramePr>
          <p:nvPr>
            <p:ph sz="quarter" idx="25"/>
            <p:extLst>
              <p:ext uri="{D42A27DB-BD31-4B8C-83A1-F6EECF244321}">
                <p14:modId xmlns:p14="http://schemas.microsoft.com/office/powerpoint/2010/main" val="2383302487"/>
              </p:ext>
            </p:extLst>
          </p:nvPr>
        </p:nvGraphicFramePr>
        <p:xfrm>
          <a:off x="7570973" y="2031448"/>
          <a:ext cx="1151484" cy="520383"/>
        </p:xfrm>
        <a:graphic>
          <a:graphicData uri="http://schemas.openxmlformats.org/presentationml/2006/ole">
            <mc:AlternateContent xmlns:mc="http://schemas.openxmlformats.org/markup-compatibility/2006">
              <mc:Choice xmlns:v="urn:schemas-microsoft-com:vml" Requires="v">
                <p:oleObj spid="_x0000_s689412" name="Equation" r:id="rId3" imgW="1320480" imgH="596880" progId="Equation.DSMT4">
                  <p:embed/>
                </p:oleObj>
              </mc:Choice>
              <mc:Fallback>
                <p:oleObj name="Equation" r:id="rId3" imgW="1320480" imgH="596880" progId="Equation.DSMT4">
                  <p:embed/>
                  <p:pic>
                    <p:nvPicPr>
                      <p:cNvPr id="19" name="Object 18">
                        <a:extLst>
                          <a:ext uri="{FF2B5EF4-FFF2-40B4-BE49-F238E27FC236}">
                            <a16:creationId xmlns="" xmlns:a16="http://schemas.microsoft.com/office/drawing/2014/main" id="{E15A1226-6BD0-44BF-86AF-8A18149540B0}"/>
                          </a:ext>
                        </a:extLst>
                      </p:cNvPr>
                      <p:cNvPicPr/>
                      <p:nvPr/>
                    </p:nvPicPr>
                    <p:blipFill>
                      <a:blip r:embed="rId4"/>
                      <a:stretch>
                        <a:fillRect/>
                      </a:stretch>
                    </p:blipFill>
                    <p:spPr>
                      <a:xfrm>
                        <a:off x="7570973" y="2031448"/>
                        <a:ext cx="1151484" cy="520383"/>
                      </a:xfrm>
                      <a:prstGeom prst="rect">
                        <a:avLst/>
                      </a:prstGeom>
                    </p:spPr>
                  </p:pic>
                </p:oleObj>
              </mc:Fallback>
            </mc:AlternateContent>
          </a:graphicData>
        </a:graphic>
      </p:graphicFrame>
      <p:sp>
        <p:nvSpPr>
          <p:cNvPr id="6" name="Content Placeholder 5">
            <a:extLst>
              <a:ext uri="{FF2B5EF4-FFF2-40B4-BE49-F238E27FC236}">
                <a16:creationId xmlns="" xmlns:a16="http://schemas.microsoft.com/office/drawing/2014/main" id="{F995DD0C-6D17-4B7B-95EC-547742B321FB}"/>
              </a:ext>
            </a:extLst>
          </p:cNvPr>
          <p:cNvSpPr>
            <a:spLocks noGrp="1"/>
          </p:cNvSpPr>
          <p:nvPr>
            <p:ph sz="quarter" idx="26"/>
          </p:nvPr>
        </p:nvSpPr>
        <p:spPr>
          <a:xfrm>
            <a:off x="8825948" y="2123724"/>
            <a:ext cx="2629452" cy="359006"/>
          </a:xfrm>
        </p:spPr>
        <p:txBody>
          <a:bodyPr/>
          <a:lstStyle/>
          <a:p>
            <a:r>
              <a:rPr lang="en-US" altLang="en-US" dirty="0"/>
              <a:t>is convergent, then</a:t>
            </a:r>
            <a:endParaRPr lang="en-IN" dirty="0"/>
          </a:p>
        </p:txBody>
      </p:sp>
      <p:sp>
        <p:nvSpPr>
          <p:cNvPr id="7" name="Content Placeholder 6">
            <a:extLst>
              <a:ext uri="{FF2B5EF4-FFF2-40B4-BE49-F238E27FC236}">
                <a16:creationId xmlns="" xmlns:a16="http://schemas.microsoft.com/office/drawing/2014/main" id="{38412D0C-98C0-44C9-B018-A4063A9D46EB}"/>
              </a:ext>
            </a:extLst>
          </p:cNvPr>
          <p:cNvSpPr>
            <a:spLocks noGrp="1"/>
          </p:cNvSpPr>
          <p:nvPr>
            <p:ph sz="quarter" idx="27"/>
          </p:nvPr>
        </p:nvSpPr>
        <p:spPr>
          <a:xfrm>
            <a:off x="736600" y="2582742"/>
            <a:ext cx="4352235" cy="359006"/>
          </a:xfrm>
        </p:spPr>
        <p:txBody>
          <a:bodyPr/>
          <a:lstStyle/>
          <a:p>
            <a:r>
              <a:rPr lang="en-US" altLang="en-US" dirty="0"/>
              <a:t>we define the area of the region</a:t>
            </a:r>
            <a:endParaRPr lang="en-IN" dirty="0"/>
          </a:p>
        </p:txBody>
      </p:sp>
      <p:graphicFrame>
        <p:nvGraphicFramePr>
          <p:cNvPr id="22" name="Content Placeholder 21" descr="S = {(x, y) | x &gt;= a, 0 &lt;= y &lt;= f(x)}">
            <a:extLst>
              <a:ext uri="{FF2B5EF4-FFF2-40B4-BE49-F238E27FC236}">
                <a16:creationId xmlns="" xmlns:a16="http://schemas.microsoft.com/office/drawing/2014/main" id="{FD02D0EF-DFCA-460F-BC19-7E86056CA69F}"/>
              </a:ext>
            </a:extLst>
          </p:cNvPr>
          <p:cNvGraphicFramePr>
            <a:graphicFrameLocks noGrp="1" noChangeAspect="1"/>
          </p:cNvGraphicFramePr>
          <p:nvPr>
            <p:ph sz="quarter" idx="28"/>
            <p:extLst>
              <p:ext uri="{D42A27DB-BD31-4B8C-83A1-F6EECF244321}">
                <p14:modId xmlns:p14="http://schemas.microsoft.com/office/powerpoint/2010/main" val="1824532884"/>
              </p:ext>
            </p:extLst>
          </p:nvPr>
        </p:nvGraphicFramePr>
        <p:xfrm>
          <a:off x="5111750" y="2600325"/>
          <a:ext cx="3833813" cy="342900"/>
        </p:xfrm>
        <a:graphic>
          <a:graphicData uri="http://schemas.openxmlformats.org/presentationml/2006/ole">
            <mc:AlternateContent xmlns:mc="http://schemas.openxmlformats.org/markup-compatibility/2006">
              <mc:Choice xmlns:v="urn:schemas-microsoft-com:vml" Requires="v">
                <p:oleObj spid="_x0000_s689413" name="Equation" r:id="rId5" imgW="3974760" imgH="355320" progId="Equation.DSMT4">
                  <p:embed/>
                </p:oleObj>
              </mc:Choice>
              <mc:Fallback>
                <p:oleObj name="Equation" r:id="rId5" imgW="3974760" imgH="355320" progId="Equation.DSMT4">
                  <p:embed/>
                  <p:pic>
                    <p:nvPicPr>
                      <p:cNvPr id="21" name="Object 20">
                        <a:extLst>
                          <a:ext uri="{FF2B5EF4-FFF2-40B4-BE49-F238E27FC236}">
                            <a16:creationId xmlns="" xmlns:a16="http://schemas.microsoft.com/office/drawing/2014/main" id="{E2573715-642F-451A-9C89-B85CCA5A7C92}"/>
                          </a:ext>
                        </a:extLst>
                      </p:cNvPr>
                      <p:cNvPicPr/>
                      <p:nvPr/>
                    </p:nvPicPr>
                    <p:blipFill>
                      <a:blip r:embed="rId6"/>
                      <a:stretch>
                        <a:fillRect/>
                      </a:stretch>
                    </p:blipFill>
                    <p:spPr>
                      <a:xfrm>
                        <a:off x="5111750" y="2600325"/>
                        <a:ext cx="3833813" cy="342900"/>
                      </a:xfrm>
                      <a:prstGeom prst="rect">
                        <a:avLst/>
                      </a:prstGeom>
                    </p:spPr>
                  </p:pic>
                </p:oleObj>
              </mc:Fallback>
            </mc:AlternateContent>
          </a:graphicData>
        </a:graphic>
      </p:graphicFrame>
      <p:sp>
        <p:nvSpPr>
          <p:cNvPr id="9" name="Content Placeholder 8">
            <a:extLst>
              <a:ext uri="{FF2B5EF4-FFF2-40B4-BE49-F238E27FC236}">
                <a16:creationId xmlns="" xmlns:a16="http://schemas.microsoft.com/office/drawing/2014/main" id="{AA760040-A579-48B1-9FAA-D42A0ECF9D73}"/>
              </a:ext>
            </a:extLst>
          </p:cNvPr>
          <p:cNvSpPr>
            <a:spLocks noGrp="1"/>
          </p:cNvSpPr>
          <p:nvPr>
            <p:ph sz="quarter" idx="29"/>
          </p:nvPr>
        </p:nvSpPr>
        <p:spPr>
          <a:xfrm>
            <a:off x="9021947" y="2584149"/>
            <a:ext cx="2321339" cy="355600"/>
          </a:xfrm>
        </p:spPr>
        <p:txBody>
          <a:bodyPr/>
          <a:lstStyle/>
          <a:p>
            <a:r>
              <a:rPr lang="en-US" altLang="en-US" dirty="0"/>
              <a:t>in Figure 3 to be</a:t>
            </a:r>
            <a:endParaRPr lang="en-IN" dirty="0"/>
          </a:p>
        </p:txBody>
      </p:sp>
      <p:graphicFrame>
        <p:nvGraphicFramePr>
          <p:cNvPr id="24" name="Content Placeholder 23" descr="A(S) = int_a^infinity (f(x) d x)&#10;">
            <a:extLst>
              <a:ext uri="{FF2B5EF4-FFF2-40B4-BE49-F238E27FC236}">
                <a16:creationId xmlns="" xmlns:a16="http://schemas.microsoft.com/office/drawing/2014/main" id="{2F855F57-C80D-4417-91DB-22CE32942612}"/>
              </a:ext>
            </a:extLst>
          </p:cNvPr>
          <p:cNvGraphicFramePr>
            <a:graphicFrameLocks noGrp="1" noChangeAspect="1"/>
          </p:cNvGraphicFramePr>
          <p:nvPr>
            <p:ph sz="quarter" idx="30"/>
            <p:extLst>
              <p:ext uri="{D42A27DB-BD31-4B8C-83A1-F6EECF244321}">
                <p14:modId xmlns:p14="http://schemas.microsoft.com/office/powerpoint/2010/main" val="4232577330"/>
              </p:ext>
            </p:extLst>
          </p:nvPr>
        </p:nvGraphicFramePr>
        <p:xfrm>
          <a:off x="4987565" y="3087248"/>
          <a:ext cx="2253226" cy="591630"/>
        </p:xfrm>
        <a:graphic>
          <a:graphicData uri="http://schemas.openxmlformats.org/presentationml/2006/ole">
            <mc:AlternateContent xmlns:mc="http://schemas.openxmlformats.org/markup-compatibility/2006">
              <mc:Choice xmlns:v="urn:schemas-microsoft-com:vml" Requires="v">
                <p:oleObj spid="_x0000_s689414" name="Equation" r:id="rId7" imgW="2273040" imgH="596880" progId="Equation.DSMT4">
                  <p:embed/>
                </p:oleObj>
              </mc:Choice>
              <mc:Fallback>
                <p:oleObj name="Equation" r:id="rId7" imgW="2273040" imgH="596880" progId="Equation.DSMT4">
                  <p:embed/>
                  <p:pic>
                    <p:nvPicPr>
                      <p:cNvPr id="23" name="Object 22">
                        <a:extLst>
                          <a:ext uri="{FF2B5EF4-FFF2-40B4-BE49-F238E27FC236}">
                            <a16:creationId xmlns="" xmlns:a16="http://schemas.microsoft.com/office/drawing/2014/main" id="{B227CD6C-F3E8-48FE-8020-EA147FB3441C}"/>
                          </a:ext>
                        </a:extLst>
                      </p:cNvPr>
                      <p:cNvPicPr/>
                      <p:nvPr/>
                    </p:nvPicPr>
                    <p:blipFill>
                      <a:blip r:embed="rId8"/>
                      <a:stretch>
                        <a:fillRect/>
                      </a:stretch>
                    </p:blipFill>
                    <p:spPr>
                      <a:xfrm>
                        <a:off x="4987565" y="3087248"/>
                        <a:ext cx="2253226" cy="591630"/>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FB7A679C-5741-4CA4-954C-DA2AB4252410}"/>
              </a:ext>
            </a:extLst>
          </p:cNvPr>
          <p:cNvSpPr>
            <a:spLocks noGrp="1"/>
          </p:cNvSpPr>
          <p:nvPr>
            <p:ph sz="quarter" idx="31"/>
          </p:nvPr>
        </p:nvSpPr>
        <p:spPr>
          <a:xfrm>
            <a:off x="736600" y="3874074"/>
            <a:ext cx="3805583" cy="359006"/>
          </a:xfrm>
        </p:spPr>
        <p:txBody>
          <a:bodyPr/>
          <a:lstStyle/>
          <a:p>
            <a:r>
              <a:rPr lang="en-US" altLang="en-US" dirty="0"/>
              <a:t>This is appropriate because</a:t>
            </a:r>
            <a:endParaRPr lang="en-IN" dirty="0"/>
          </a:p>
        </p:txBody>
      </p:sp>
      <p:graphicFrame>
        <p:nvGraphicFramePr>
          <p:cNvPr id="26" name="Content Placeholder 25" descr="int_a^infinity ((f(x) d x)&#10;">
            <a:extLst>
              <a:ext uri="{FF2B5EF4-FFF2-40B4-BE49-F238E27FC236}">
                <a16:creationId xmlns="" xmlns:a16="http://schemas.microsoft.com/office/drawing/2014/main" id="{039B0BE8-40A3-4AE9-BDE5-A76B94E57B1F}"/>
              </a:ext>
            </a:extLst>
          </p:cNvPr>
          <p:cNvGraphicFramePr>
            <a:graphicFrameLocks noGrp="1" noChangeAspect="1"/>
          </p:cNvGraphicFramePr>
          <p:nvPr>
            <p:ph sz="quarter" idx="32"/>
            <p:extLst>
              <p:ext uri="{D42A27DB-BD31-4B8C-83A1-F6EECF244321}">
                <p14:modId xmlns:p14="http://schemas.microsoft.com/office/powerpoint/2010/main" val="3058182540"/>
              </p:ext>
            </p:extLst>
          </p:nvPr>
        </p:nvGraphicFramePr>
        <p:xfrm>
          <a:off x="4543612" y="3747671"/>
          <a:ext cx="1271544" cy="574640"/>
        </p:xfrm>
        <a:graphic>
          <a:graphicData uri="http://schemas.openxmlformats.org/presentationml/2006/ole">
            <mc:AlternateContent xmlns:mc="http://schemas.openxmlformats.org/markup-compatibility/2006">
              <mc:Choice xmlns:v="urn:schemas-microsoft-com:vml" Requires="v">
                <p:oleObj spid="_x0000_s689415" name="Equation" r:id="rId9" imgW="1320480" imgH="596880" progId="Equation.DSMT4">
                  <p:embed/>
                </p:oleObj>
              </mc:Choice>
              <mc:Fallback>
                <p:oleObj name="Equation" r:id="rId9" imgW="1320480" imgH="596880" progId="Equation.DSMT4">
                  <p:embed/>
                  <p:pic>
                    <p:nvPicPr>
                      <p:cNvPr id="25" name="Object 24">
                        <a:extLst>
                          <a:ext uri="{FF2B5EF4-FFF2-40B4-BE49-F238E27FC236}">
                            <a16:creationId xmlns="" xmlns:a16="http://schemas.microsoft.com/office/drawing/2014/main" id="{02B17356-D606-4D97-BCF9-FF4C85B997E1}"/>
                          </a:ext>
                        </a:extLst>
                      </p:cNvPr>
                      <p:cNvPicPr/>
                      <p:nvPr/>
                    </p:nvPicPr>
                    <p:blipFill>
                      <a:blip r:embed="rId10"/>
                      <a:stretch>
                        <a:fillRect/>
                      </a:stretch>
                    </p:blipFill>
                    <p:spPr>
                      <a:xfrm>
                        <a:off x="4543612" y="3747671"/>
                        <a:ext cx="1271544" cy="574640"/>
                      </a:xfrm>
                      <a:prstGeom prst="rect">
                        <a:avLst/>
                      </a:prstGeom>
                    </p:spPr>
                  </p:pic>
                </p:oleObj>
              </mc:Fallback>
            </mc:AlternateContent>
          </a:graphicData>
        </a:graphic>
      </p:graphicFrame>
      <p:sp>
        <p:nvSpPr>
          <p:cNvPr id="13" name="Content Placeholder 12">
            <a:extLst>
              <a:ext uri="{FF2B5EF4-FFF2-40B4-BE49-F238E27FC236}">
                <a16:creationId xmlns="" xmlns:a16="http://schemas.microsoft.com/office/drawing/2014/main" id="{79B95DC9-EE85-4732-BB5F-F7B62BFB6163}"/>
              </a:ext>
            </a:extLst>
          </p:cNvPr>
          <p:cNvSpPr>
            <a:spLocks noGrp="1"/>
          </p:cNvSpPr>
          <p:nvPr>
            <p:ph sz="quarter" idx="33"/>
          </p:nvPr>
        </p:nvSpPr>
        <p:spPr>
          <a:xfrm>
            <a:off x="5897626" y="3882424"/>
            <a:ext cx="5335932" cy="368944"/>
          </a:xfrm>
        </p:spPr>
        <p:txBody>
          <a:bodyPr/>
          <a:lstStyle/>
          <a:p>
            <a:r>
              <a:rPr lang="en-US" altLang="en-US" dirty="0"/>
              <a:t>is the limit as </a:t>
            </a:r>
            <a:r>
              <a:rPr lang="en-US" altLang="en-US" i="1" dirty="0"/>
              <a:t>t </a:t>
            </a:r>
            <a:r>
              <a:rPr lang="en-US" altLang="en-US" dirty="0" smtClean="0">
                <a:latin typeface="Arial" panose="020B0604020202020204" pitchFamily="34" charset="0"/>
                <a:cs typeface="Arial" panose="020B0604020202020204" pitchFamily="34" charset="0"/>
                <a:sym typeface="Symbol" panose="05050102010706020507" pitchFamily="18" charset="2"/>
              </a:rPr>
              <a:t>→</a:t>
            </a:r>
            <a:r>
              <a:rPr lang="en-US" altLang="en-US" dirty="0" smtClean="0">
                <a:sym typeface="Symbol" panose="05050102010706020507" pitchFamily="18" charset="2"/>
              </a:rPr>
              <a:t> </a:t>
            </a:r>
            <a:r>
              <a:rPr lang="en-US" altLang="en-US" dirty="0">
                <a:sym typeface="Symbol" panose="05050102010706020507" pitchFamily="18" charset="2"/>
              </a:rPr>
              <a:t>∞ </a:t>
            </a:r>
            <a:r>
              <a:rPr lang="en-US" altLang="en-US" dirty="0"/>
              <a:t>of the area under</a:t>
            </a:r>
            <a:endParaRPr lang="en-IN" dirty="0"/>
          </a:p>
        </p:txBody>
      </p:sp>
      <p:sp>
        <p:nvSpPr>
          <p:cNvPr id="14" name="Content Placeholder 13">
            <a:extLst>
              <a:ext uri="{FF2B5EF4-FFF2-40B4-BE49-F238E27FC236}">
                <a16:creationId xmlns="" xmlns:a16="http://schemas.microsoft.com/office/drawing/2014/main" id="{FF86C7AA-0E7F-4479-8C73-DC69B271118A}"/>
              </a:ext>
            </a:extLst>
          </p:cNvPr>
          <p:cNvSpPr>
            <a:spLocks noGrp="1"/>
          </p:cNvSpPr>
          <p:nvPr>
            <p:ph sz="quarter" idx="34"/>
          </p:nvPr>
        </p:nvSpPr>
        <p:spPr>
          <a:xfrm>
            <a:off x="736600" y="4356520"/>
            <a:ext cx="3447774" cy="335246"/>
          </a:xfrm>
        </p:spPr>
        <p:txBody>
          <a:bodyPr/>
          <a:lstStyle/>
          <a:p>
            <a:r>
              <a:rPr lang="en-US" altLang="en-US" dirty="0"/>
              <a:t>the graph of </a:t>
            </a:r>
            <a:r>
              <a:rPr lang="en-US" altLang="en-US" i="1" dirty="0"/>
              <a:t>f </a:t>
            </a:r>
            <a:r>
              <a:rPr lang="en-US" altLang="en-US" dirty="0"/>
              <a:t>from </a:t>
            </a:r>
            <a:r>
              <a:rPr lang="en-US" altLang="en-US" i="1" dirty="0"/>
              <a:t>a</a:t>
            </a:r>
            <a:r>
              <a:rPr lang="en-US" altLang="en-US" dirty="0"/>
              <a:t> to </a:t>
            </a:r>
            <a:r>
              <a:rPr lang="en-US" altLang="en-US" i="1" dirty="0"/>
              <a:t>t</a:t>
            </a:r>
            <a:r>
              <a:rPr lang="en-US" altLang="en-US" dirty="0"/>
              <a:t>.</a:t>
            </a:r>
            <a:endParaRPr lang="en-IN" dirty="0"/>
          </a:p>
        </p:txBody>
      </p:sp>
      <p:pic>
        <p:nvPicPr>
          <p:cNvPr id="27" name="Content Placeholder 26" descr="A curve labeled y = f(x) is graphed in the first quadrant of the x y coordinate plane. It starts from the top left of the viewing window in the first quadrant, goes up and down and to the right with some increasing and decreasing steepness reaches some high points and low points. Then it goes to the right along the x axis without crossing it. The area under the curve, and x = a is shaded in the first quadrant. The shaded area is labeled S.">
            <a:extLst>
              <a:ext uri="{FF2B5EF4-FFF2-40B4-BE49-F238E27FC236}">
                <a16:creationId xmlns="" xmlns:a16="http://schemas.microsoft.com/office/drawing/2014/main" id="{8FA5BC30-4707-4628-A073-62B5D4F0C15A}"/>
              </a:ext>
            </a:extLst>
          </p:cNvPr>
          <p:cNvPicPr>
            <a:picLocks noGrp="1" noChangeAspect="1"/>
          </p:cNvPicPr>
          <p:nvPr>
            <p:ph sz="quarter" idx="35"/>
          </p:nvPr>
        </p:nvPicPr>
        <p:blipFill>
          <a:blip r:embed="rId11"/>
          <a:stretch>
            <a:fillRect/>
          </a:stretch>
        </p:blipFill>
        <p:spPr>
          <a:xfrm>
            <a:off x="4360805" y="4708768"/>
            <a:ext cx="4038259" cy="1198945"/>
          </a:xfrm>
          <a:prstGeom prst="rect">
            <a:avLst/>
          </a:prstGeom>
        </p:spPr>
      </p:pic>
      <p:sp>
        <p:nvSpPr>
          <p:cNvPr id="16" name="Content Placeholder 15">
            <a:extLst>
              <a:ext uri="{FF2B5EF4-FFF2-40B4-BE49-F238E27FC236}">
                <a16:creationId xmlns="" xmlns:a16="http://schemas.microsoft.com/office/drawing/2014/main" id="{2593D019-4BC5-45E1-B8FD-6F49C6229FB9}"/>
              </a:ext>
            </a:extLst>
          </p:cNvPr>
          <p:cNvSpPr>
            <a:spLocks noGrp="1"/>
          </p:cNvSpPr>
          <p:nvPr>
            <p:ph sz="quarter" idx="36"/>
          </p:nvPr>
        </p:nvSpPr>
        <p:spPr>
          <a:xfrm>
            <a:off x="736600" y="5949956"/>
            <a:ext cx="10712450" cy="344214"/>
          </a:xfrm>
        </p:spPr>
        <p:txBody>
          <a:bodyPr/>
          <a:lstStyle/>
          <a:p>
            <a:pPr algn="ctr"/>
            <a:r>
              <a:rPr lang="en-US" altLang="en-US" sz="2000" b="1" dirty="0"/>
              <a:t>Figure 3</a:t>
            </a:r>
          </a:p>
        </p:txBody>
      </p:sp>
    </p:spTree>
    <p:extLst>
      <p:ext uri="{BB962C8B-B14F-4D97-AF65-F5344CB8AC3E}">
        <p14:creationId xmlns:p14="http://schemas.microsoft.com/office/powerpoint/2010/main" val="29267765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A8EE8F-158A-4860-891A-DDE1EC216FB7}"/>
              </a:ext>
            </a:extLst>
          </p:cNvPr>
          <p:cNvSpPr>
            <a:spLocks noGrp="1"/>
          </p:cNvSpPr>
          <p:nvPr>
            <p:ph type="title"/>
          </p:nvPr>
        </p:nvSpPr>
        <p:spPr>
          <a:xfrm>
            <a:off x="838200" y="365126"/>
            <a:ext cx="10515600" cy="539966"/>
          </a:xfrm>
        </p:spPr>
        <p:txBody>
          <a:bodyPr/>
          <a:lstStyle/>
          <a:p>
            <a:r>
              <a:rPr lang="en-US" altLang="en-US" dirty="0"/>
              <a:t>Example 1 </a:t>
            </a:r>
            <a:endParaRPr lang="en-IN" dirty="0"/>
          </a:p>
        </p:txBody>
      </p:sp>
      <p:sp>
        <p:nvSpPr>
          <p:cNvPr id="3" name="Content Placeholder 2">
            <a:extLst>
              <a:ext uri="{FF2B5EF4-FFF2-40B4-BE49-F238E27FC236}">
                <a16:creationId xmlns="" xmlns:a16="http://schemas.microsoft.com/office/drawing/2014/main" id="{C1D30D9F-BD55-4CF1-B7BB-54D92B511DCA}"/>
              </a:ext>
            </a:extLst>
          </p:cNvPr>
          <p:cNvSpPr>
            <a:spLocks noGrp="1"/>
          </p:cNvSpPr>
          <p:nvPr>
            <p:ph sz="quarter" idx="23"/>
          </p:nvPr>
        </p:nvSpPr>
        <p:spPr>
          <a:xfrm>
            <a:off x="736600" y="1289049"/>
            <a:ext cx="4232965" cy="346061"/>
          </a:xfrm>
        </p:spPr>
        <p:txBody>
          <a:bodyPr/>
          <a:lstStyle/>
          <a:p>
            <a:r>
              <a:rPr lang="en-US" altLang="en-US" dirty="0"/>
              <a:t>Determine whether the integral</a:t>
            </a:r>
            <a:endParaRPr lang="en-IN" dirty="0"/>
          </a:p>
        </p:txBody>
      </p:sp>
      <p:graphicFrame>
        <p:nvGraphicFramePr>
          <p:cNvPr id="20" name="Content Placeholder 19" descr="int_1^infinity ((1/x) d x)&#10;">
            <a:extLst>
              <a:ext uri="{FF2B5EF4-FFF2-40B4-BE49-F238E27FC236}">
                <a16:creationId xmlns="" xmlns:a16="http://schemas.microsoft.com/office/drawing/2014/main" id="{DDE889EA-D376-46D9-A81B-448CC2D0C678}"/>
              </a:ext>
            </a:extLst>
          </p:cNvPr>
          <p:cNvGraphicFramePr>
            <a:graphicFrameLocks noGrp="1" noChangeAspect="1"/>
          </p:cNvGraphicFramePr>
          <p:nvPr>
            <p:ph sz="quarter" idx="24"/>
            <p:extLst>
              <p:ext uri="{D42A27DB-BD31-4B8C-83A1-F6EECF244321}">
                <p14:modId xmlns:p14="http://schemas.microsoft.com/office/powerpoint/2010/main" val="202833566"/>
              </p:ext>
            </p:extLst>
          </p:nvPr>
        </p:nvGraphicFramePr>
        <p:xfrm>
          <a:off x="4957250" y="1052203"/>
          <a:ext cx="1284296" cy="822247"/>
        </p:xfrm>
        <a:graphic>
          <a:graphicData uri="http://schemas.openxmlformats.org/presentationml/2006/ole">
            <mc:AlternateContent xmlns:mc="http://schemas.openxmlformats.org/markup-compatibility/2006">
              <mc:Choice xmlns:v="urn:schemas-microsoft-com:vml" Requires="v">
                <p:oleObj spid="_x0000_s690355" name="Equation" r:id="rId3" imgW="1269720" imgH="812520" progId="Equation.DSMT4">
                  <p:embed/>
                </p:oleObj>
              </mc:Choice>
              <mc:Fallback>
                <p:oleObj name="Equation" r:id="rId3" imgW="1269720" imgH="812520" progId="Equation.DSMT4">
                  <p:embed/>
                  <p:pic>
                    <p:nvPicPr>
                      <p:cNvPr id="19" name="Object 18">
                        <a:extLst>
                          <a:ext uri="{FF2B5EF4-FFF2-40B4-BE49-F238E27FC236}">
                            <a16:creationId xmlns="" xmlns:a16="http://schemas.microsoft.com/office/drawing/2014/main" id="{5BCABAB7-47A1-4CC6-8A5D-25B4306BE549}"/>
                          </a:ext>
                        </a:extLst>
                      </p:cNvPr>
                      <p:cNvPicPr/>
                      <p:nvPr/>
                    </p:nvPicPr>
                    <p:blipFill>
                      <a:blip r:embed="rId4"/>
                      <a:stretch>
                        <a:fillRect/>
                      </a:stretch>
                    </p:blipFill>
                    <p:spPr>
                      <a:xfrm>
                        <a:off x="4957250" y="1052203"/>
                        <a:ext cx="1284296" cy="822247"/>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A30F6D76-31D7-407E-8AC2-B42CF2D4FA91}"/>
              </a:ext>
            </a:extLst>
          </p:cNvPr>
          <p:cNvSpPr>
            <a:spLocks noGrp="1"/>
          </p:cNvSpPr>
          <p:nvPr>
            <p:ph sz="quarter" idx="25"/>
          </p:nvPr>
        </p:nvSpPr>
        <p:spPr>
          <a:xfrm>
            <a:off x="6323842" y="1283962"/>
            <a:ext cx="3631700" cy="376719"/>
          </a:xfrm>
        </p:spPr>
        <p:txBody>
          <a:bodyPr/>
          <a:lstStyle/>
          <a:p>
            <a:r>
              <a:rPr lang="en-US" altLang="en-US" dirty="0"/>
              <a:t>is convergent or divergent.</a:t>
            </a:r>
            <a:endParaRPr lang="en-IN" dirty="0"/>
          </a:p>
        </p:txBody>
      </p:sp>
      <p:sp>
        <p:nvSpPr>
          <p:cNvPr id="6" name="Content Placeholder 5">
            <a:extLst>
              <a:ext uri="{FF2B5EF4-FFF2-40B4-BE49-F238E27FC236}">
                <a16:creationId xmlns="" xmlns:a16="http://schemas.microsoft.com/office/drawing/2014/main" id="{E4017437-17CB-4776-9D78-F794D9656F43}"/>
              </a:ext>
            </a:extLst>
          </p:cNvPr>
          <p:cNvSpPr>
            <a:spLocks noGrp="1"/>
          </p:cNvSpPr>
          <p:nvPr>
            <p:ph sz="quarter" idx="26"/>
          </p:nvPr>
        </p:nvSpPr>
        <p:spPr>
          <a:xfrm>
            <a:off x="736600" y="1898270"/>
            <a:ext cx="10718800" cy="911590"/>
          </a:xfrm>
        </p:spPr>
        <p:txBody>
          <a:bodyPr/>
          <a:lstStyle/>
          <a:p>
            <a:r>
              <a:rPr lang="en-US" altLang="en-US" b="1" dirty="0">
                <a:solidFill>
                  <a:srgbClr val="0000A3"/>
                </a:solidFill>
              </a:rPr>
              <a:t>Solution:</a:t>
            </a:r>
          </a:p>
          <a:p>
            <a:r>
              <a:rPr lang="en-US" altLang="en-US" dirty="0"/>
              <a:t>According to part (a) of Definition 1, we have</a:t>
            </a:r>
            <a:endParaRPr lang="en-IN" dirty="0"/>
          </a:p>
        </p:txBody>
      </p:sp>
      <p:graphicFrame>
        <p:nvGraphicFramePr>
          <p:cNvPr id="22" name="Content Placeholder 21" descr="int_1^infinity ((1/x) d x) = lim_(t right arrow infinity) (int_1^t ((1/x) d x)) =  lim_(t right arrow infinity) (ln abs(x)]_1^t) =  lim_(t right arrow infinity) (ln t minus ln 1) =  lim_(t right arrow infinity) (ln t) =  infinity&#10;">
            <a:extLst>
              <a:ext uri="{FF2B5EF4-FFF2-40B4-BE49-F238E27FC236}">
                <a16:creationId xmlns="" xmlns:a16="http://schemas.microsoft.com/office/drawing/2014/main" id="{5CF0A7CA-F9AE-4E91-AD75-D945077B5D51}"/>
              </a:ext>
            </a:extLst>
          </p:cNvPr>
          <p:cNvGraphicFramePr>
            <a:graphicFrameLocks noGrp="1" noChangeAspect="1"/>
          </p:cNvGraphicFramePr>
          <p:nvPr>
            <p:ph sz="quarter" idx="27"/>
            <p:extLst>
              <p:ext uri="{D42A27DB-BD31-4B8C-83A1-F6EECF244321}">
                <p14:modId xmlns:p14="http://schemas.microsoft.com/office/powerpoint/2010/main" val="392807021"/>
              </p:ext>
            </p:extLst>
          </p:nvPr>
        </p:nvGraphicFramePr>
        <p:xfrm>
          <a:off x="3611491" y="2898774"/>
          <a:ext cx="4956313" cy="1907273"/>
        </p:xfrm>
        <a:graphic>
          <a:graphicData uri="http://schemas.openxmlformats.org/presentationml/2006/ole">
            <mc:AlternateContent xmlns:mc="http://schemas.openxmlformats.org/markup-compatibility/2006">
              <mc:Choice xmlns:v="urn:schemas-microsoft-com:vml" Requires="v">
                <p:oleObj spid="_x0000_s690356" name="Equation" r:id="rId5" imgW="4851360" imgH="1866600" progId="Equation.DSMT4">
                  <p:embed/>
                </p:oleObj>
              </mc:Choice>
              <mc:Fallback>
                <p:oleObj name="Equation" r:id="rId5" imgW="4851360" imgH="1866600" progId="Equation.DSMT4">
                  <p:embed/>
                  <p:pic>
                    <p:nvPicPr>
                      <p:cNvPr id="21" name="Object 20">
                        <a:extLst>
                          <a:ext uri="{FF2B5EF4-FFF2-40B4-BE49-F238E27FC236}">
                            <a16:creationId xmlns="" xmlns:a16="http://schemas.microsoft.com/office/drawing/2014/main" id="{80860CFF-47E6-4215-9770-23273EC337A9}"/>
                          </a:ext>
                        </a:extLst>
                      </p:cNvPr>
                      <p:cNvPicPr/>
                      <p:nvPr/>
                    </p:nvPicPr>
                    <p:blipFill>
                      <a:blip r:embed="rId6"/>
                      <a:stretch>
                        <a:fillRect/>
                      </a:stretch>
                    </p:blipFill>
                    <p:spPr>
                      <a:xfrm>
                        <a:off x="3611491" y="2898774"/>
                        <a:ext cx="4956313" cy="1907273"/>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0ED3D7FB-9525-4D7A-81EA-50B155AA3E2A}"/>
              </a:ext>
            </a:extLst>
          </p:cNvPr>
          <p:cNvSpPr>
            <a:spLocks noGrp="1"/>
          </p:cNvSpPr>
          <p:nvPr>
            <p:ph sz="quarter" idx="28"/>
          </p:nvPr>
        </p:nvSpPr>
        <p:spPr>
          <a:xfrm>
            <a:off x="736600" y="5069206"/>
            <a:ext cx="9560339" cy="321913"/>
          </a:xfrm>
        </p:spPr>
        <p:txBody>
          <a:bodyPr/>
          <a:lstStyle/>
          <a:p>
            <a:r>
              <a:rPr lang="en-US" altLang="en-US" dirty="0"/>
              <a:t>The limit does not exist as a finite number and so the improper integral</a:t>
            </a:r>
            <a:endParaRPr lang="en-IN" dirty="0"/>
          </a:p>
        </p:txBody>
      </p:sp>
      <p:graphicFrame>
        <p:nvGraphicFramePr>
          <p:cNvPr id="24" name="Content Placeholder 23" descr="int_1^infinity ((1/x) d x)&#10;">
            <a:extLst>
              <a:ext uri="{FF2B5EF4-FFF2-40B4-BE49-F238E27FC236}">
                <a16:creationId xmlns="" xmlns:a16="http://schemas.microsoft.com/office/drawing/2014/main" id="{EF62A17E-7D9A-4B72-80A6-CB3ED855AA9A}"/>
              </a:ext>
            </a:extLst>
          </p:cNvPr>
          <p:cNvGraphicFramePr>
            <a:graphicFrameLocks noGrp="1" noChangeAspect="1"/>
          </p:cNvGraphicFramePr>
          <p:nvPr>
            <p:ph sz="quarter" idx="29"/>
            <p:extLst>
              <p:ext uri="{D42A27DB-BD31-4B8C-83A1-F6EECF244321}">
                <p14:modId xmlns:p14="http://schemas.microsoft.com/office/powerpoint/2010/main" val="755279429"/>
              </p:ext>
            </p:extLst>
          </p:nvPr>
        </p:nvGraphicFramePr>
        <p:xfrm>
          <a:off x="10334458" y="4852302"/>
          <a:ext cx="1171783" cy="749847"/>
        </p:xfrm>
        <a:graphic>
          <a:graphicData uri="http://schemas.openxmlformats.org/presentationml/2006/ole">
            <mc:AlternateContent xmlns:mc="http://schemas.openxmlformats.org/markup-compatibility/2006">
              <mc:Choice xmlns:v="urn:schemas-microsoft-com:vml" Requires="v">
                <p:oleObj spid="_x0000_s690357" name="Equation" r:id="rId7" imgW="1269720" imgH="812520" progId="Equation.DSMT4">
                  <p:embed/>
                </p:oleObj>
              </mc:Choice>
              <mc:Fallback>
                <p:oleObj name="Equation" r:id="rId7" imgW="1269720" imgH="812520" progId="Equation.DSMT4">
                  <p:embed/>
                  <p:pic>
                    <p:nvPicPr>
                      <p:cNvPr id="23" name="Object 22">
                        <a:extLst>
                          <a:ext uri="{FF2B5EF4-FFF2-40B4-BE49-F238E27FC236}">
                            <a16:creationId xmlns="" xmlns:a16="http://schemas.microsoft.com/office/drawing/2014/main" id="{C6CA729A-7221-4361-BF88-47451FE4DB0D}"/>
                          </a:ext>
                        </a:extLst>
                      </p:cNvPr>
                      <p:cNvPicPr/>
                      <p:nvPr/>
                    </p:nvPicPr>
                    <p:blipFill>
                      <a:blip r:embed="rId8"/>
                      <a:stretch>
                        <a:fillRect/>
                      </a:stretch>
                    </p:blipFill>
                    <p:spPr>
                      <a:xfrm>
                        <a:off x="10334458" y="4852302"/>
                        <a:ext cx="1171783" cy="749847"/>
                      </a:xfrm>
                      <a:prstGeom prst="rect">
                        <a:avLst/>
                      </a:prstGeom>
                    </p:spPr>
                  </p:pic>
                </p:oleObj>
              </mc:Fallback>
            </mc:AlternateContent>
          </a:graphicData>
        </a:graphic>
      </p:graphicFrame>
      <p:sp>
        <p:nvSpPr>
          <p:cNvPr id="10" name="Content Placeholder 9">
            <a:extLst>
              <a:ext uri="{FF2B5EF4-FFF2-40B4-BE49-F238E27FC236}">
                <a16:creationId xmlns="" xmlns:a16="http://schemas.microsoft.com/office/drawing/2014/main" id="{7A4A1598-0206-4F67-8D51-44757AB3BE9A}"/>
              </a:ext>
            </a:extLst>
          </p:cNvPr>
          <p:cNvSpPr>
            <a:spLocks noGrp="1"/>
          </p:cNvSpPr>
          <p:nvPr>
            <p:ph sz="quarter" idx="30"/>
          </p:nvPr>
        </p:nvSpPr>
        <p:spPr>
          <a:xfrm>
            <a:off x="736600" y="5614475"/>
            <a:ext cx="1698487" cy="358942"/>
          </a:xfrm>
        </p:spPr>
        <p:txBody>
          <a:bodyPr/>
          <a:lstStyle/>
          <a:p>
            <a:r>
              <a:rPr lang="en-US" altLang="en-US" dirty="0"/>
              <a:t>is divergent.</a:t>
            </a:r>
            <a:endParaRPr lang="en-IN" dirty="0"/>
          </a:p>
        </p:txBody>
      </p:sp>
    </p:spTree>
    <p:extLst>
      <p:ext uri="{BB962C8B-B14F-4D97-AF65-F5344CB8AC3E}">
        <p14:creationId xmlns:p14="http://schemas.microsoft.com/office/powerpoint/2010/main" val="4118284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447DFE-41B6-4944-AA94-4777E2A27847}"/>
              </a:ext>
            </a:extLst>
          </p:cNvPr>
          <p:cNvSpPr>
            <a:spLocks noGrp="1"/>
          </p:cNvSpPr>
          <p:nvPr>
            <p:ph type="title"/>
          </p:nvPr>
        </p:nvSpPr>
        <p:spPr/>
        <p:txBody>
          <a:bodyPr/>
          <a:lstStyle/>
          <a:p>
            <a:r>
              <a:rPr lang="en-US" altLang="en-US" dirty="0"/>
              <a:t>Type 1: Infinite Intervals </a:t>
            </a:r>
            <a:r>
              <a:rPr lang="en-US" altLang="en-US" sz="2400" b="0" dirty="0"/>
              <a:t>(6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45A989BD-E8BB-4D55-8010-7FE00722BA5F}"/>
              </a:ext>
            </a:extLst>
          </p:cNvPr>
          <p:cNvSpPr>
            <a:spLocks noGrp="1"/>
          </p:cNvSpPr>
          <p:nvPr>
            <p:ph sz="quarter" idx="23"/>
          </p:nvPr>
        </p:nvSpPr>
        <p:spPr>
          <a:xfrm>
            <a:off x="736600" y="1289049"/>
            <a:ext cx="10706100" cy="665103"/>
          </a:xfrm>
        </p:spPr>
        <p:txBody>
          <a:bodyPr/>
          <a:lstStyle/>
          <a:p>
            <a:r>
              <a:rPr lang="en-US" altLang="en-US" dirty="0"/>
              <a:t>Let’s compare the result of Example 1 with the example given at the beginning of this section:</a:t>
            </a:r>
            <a:endParaRPr lang="en-IN" dirty="0"/>
          </a:p>
        </p:txBody>
      </p:sp>
      <p:graphicFrame>
        <p:nvGraphicFramePr>
          <p:cNvPr id="20" name="Content Placeholder 19" descr="int_1^infinity ((1/(x^2)) d x) converges&#10;">
            <a:extLst>
              <a:ext uri="{FF2B5EF4-FFF2-40B4-BE49-F238E27FC236}">
                <a16:creationId xmlns="" xmlns:a16="http://schemas.microsoft.com/office/drawing/2014/main" id="{E8627246-F1F4-422E-A489-90D15AC26FB4}"/>
              </a:ext>
            </a:extLst>
          </p:cNvPr>
          <p:cNvGraphicFramePr>
            <a:graphicFrameLocks noGrp="1" noChangeAspect="1"/>
          </p:cNvGraphicFramePr>
          <p:nvPr>
            <p:ph sz="quarter" idx="24"/>
            <p:extLst>
              <p:ext uri="{D42A27DB-BD31-4B8C-83A1-F6EECF244321}">
                <p14:modId xmlns:p14="http://schemas.microsoft.com/office/powerpoint/2010/main" val="658204680"/>
              </p:ext>
            </p:extLst>
          </p:nvPr>
        </p:nvGraphicFramePr>
        <p:xfrm>
          <a:off x="2030731" y="2117494"/>
          <a:ext cx="2192734" cy="606726"/>
        </p:xfrm>
        <a:graphic>
          <a:graphicData uri="http://schemas.openxmlformats.org/presentationml/2006/ole">
            <mc:AlternateContent xmlns:mc="http://schemas.openxmlformats.org/markup-compatibility/2006">
              <mc:Choice xmlns:v="urn:schemas-microsoft-com:vml" Requires="v">
                <p:oleObj spid="_x0000_s691438" name="Equation" r:id="rId3" imgW="2616120" imgH="723600" progId="Equation.DSMT4">
                  <p:embed/>
                </p:oleObj>
              </mc:Choice>
              <mc:Fallback>
                <p:oleObj name="Equation" r:id="rId3" imgW="2616120" imgH="723600" progId="Equation.DSMT4">
                  <p:embed/>
                  <p:pic>
                    <p:nvPicPr>
                      <p:cNvPr id="19" name="Object 18">
                        <a:extLst>
                          <a:ext uri="{FF2B5EF4-FFF2-40B4-BE49-F238E27FC236}">
                            <a16:creationId xmlns="" xmlns:a16="http://schemas.microsoft.com/office/drawing/2014/main" id="{19352253-9E19-415B-9320-3E4EF9DEAAE9}"/>
                          </a:ext>
                        </a:extLst>
                      </p:cNvPr>
                      <p:cNvPicPr/>
                      <p:nvPr/>
                    </p:nvPicPr>
                    <p:blipFill>
                      <a:blip r:embed="rId4"/>
                      <a:stretch>
                        <a:fillRect/>
                      </a:stretch>
                    </p:blipFill>
                    <p:spPr>
                      <a:xfrm>
                        <a:off x="2030731" y="2117494"/>
                        <a:ext cx="2192734" cy="606726"/>
                      </a:xfrm>
                      <a:prstGeom prst="rect">
                        <a:avLst/>
                      </a:prstGeom>
                    </p:spPr>
                  </p:pic>
                </p:oleObj>
              </mc:Fallback>
            </mc:AlternateContent>
          </a:graphicData>
        </a:graphic>
      </p:graphicFrame>
      <p:pic>
        <p:nvPicPr>
          <p:cNvPr id="23" name="Content Placeholder 22" descr="A curve labeled y = 1/x^2 is graphed in the first quadrant of the x y coordinate plane. It is a  decreasing concave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 x = 1, and the x axis is shaded. It is labeled finite area.">
            <a:extLst>
              <a:ext uri="{FF2B5EF4-FFF2-40B4-BE49-F238E27FC236}">
                <a16:creationId xmlns="" xmlns:a16="http://schemas.microsoft.com/office/drawing/2014/main" id="{15C5A75E-0298-4AB3-A5C9-52162A1346D5}"/>
              </a:ext>
            </a:extLst>
          </p:cNvPr>
          <p:cNvPicPr>
            <a:picLocks noGrp="1" noChangeAspect="1"/>
          </p:cNvPicPr>
          <p:nvPr>
            <p:ph sz="quarter" idx="26"/>
          </p:nvPr>
        </p:nvPicPr>
        <p:blipFill>
          <a:blip r:embed="rId5"/>
          <a:stretch>
            <a:fillRect/>
          </a:stretch>
        </p:blipFill>
        <p:spPr>
          <a:xfrm>
            <a:off x="1952543" y="2814282"/>
            <a:ext cx="2617105" cy="2173767"/>
          </a:xfrm>
          <a:prstGeom prst="rect">
            <a:avLst/>
          </a:prstGeom>
        </p:spPr>
      </p:pic>
      <p:graphicFrame>
        <p:nvGraphicFramePr>
          <p:cNvPr id="26" name="Content Placeholder 25" descr="int_1^infinity ((1/(x^2)) d x) converges&#10;">
            <a:extLst>
              <a:ext uri="{FF2B5EF4-FFF2-40B4-BE49-F238E27FC236}">
                <a16:creationId xmlns="" xmlns:a16="http://schemas.microsoft.com/office/drawing/2014/main" id="{0FF768ED-A33F-4616-8182-C1D86B182EBE}"/>
              </a:ext>
            </a:extLst>
          </p:cNvPr>
          <p:cNvGraphicFramePr>
            <a:graphicFrameLocks noGrp="1" noChangeAspect="1"/>
          </p:cNvGraphicFramePr>
          <p:nvPr>
            <p:ph sz="quarter" idx="28"/>
            <p:extLst>
              <p:ext uri="{D42A27DB-BD31-4B8C-83A1-F6EECF244321}">
                <p14:modId xmlns:p14="http://schemas.microsoft.com/office/powerpoint/2010/main" val="1305961784"/>
              </p:ext>
            </p:extLst>
          </p:nvPr>
        </p:nvGraphicFramePr>
        <p:xfrm>
          <a:off x="2201863" y="5105400"/>
          <a:ext cx="2111375" cy="587375"/>
        </p:xfrm>
        <a:graphic>
          <a:graphicData uri="http://schemas.openxmlformats.org/presentationml/2006/ole">
            <mc:AlternateContent xmlns:mc="http://schemas.openxmlformats.org/markup-compatibility/2006">
              <mc:Choice xmlns:v="urn:schemas-microsoft-com:vml" Requires="v">
                <p:oleObj spid="_x0000_s691439" name="Equation" r:id="rId6" imgW="2920680" imgH="812520" progId="Equation.DSMT4">
                  <p:embed/>
                </p:oleObj>
              </mc:Choice>
              <mc:Fallback>
                <p:oleObj name="Equation" r:id="rId6" imgW="2920680" imgH="812520" progId="Equation.DSMT4">
                  <p:embed/>
                  <p:pic>
                    <p:nvPicPr>
                      <p:cNvPr id="25" name="Object 24">
                        <a:extLst>
                          <a:ext uri="{FF2B5EF4-FFF2-40B4-BE49-F238E27FC236}">
                            <a16:creationId xmlns="" xmlns:a16="http://schemas.microsoft.com/office/drawing/2014/main" id="{E351CA38-6E9A-45FE-9C86-09E85C733227}"/>
                          </a:ext>
                        </a:extLst>
                      </p:cNvPr>
                      <p:cNvPicPr/>
                      <p:nvPr/>
                    </p:nvPicPr>
                    <p:blipFill>
                      <a:blip r:embed="rId7"/>
                      <a:stretch>
                        <a:fillRect/>
                      </a:stretch>
                    </p:blipFill>
                    <p:spPr>
                      <a:xfrm>
                        <a:off x="2201863" y="5105400"/>
                        <a:ext cx="2111375" cy="587375"/>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D5672593-E425-4C3D-B2C4-EBDE28452C53}"/>
              </a:ext>
            </a:extLst>
          </p:cNvPr>
          <p:cNvSpPr>
            <a:spLocks noGrp="1"/>
          </p:cNvSpPr>
          <p:nvPr>
            <p:ph sz="quarter" idx="31"/>
          </p:nvPr>
        </p:nvSpPr>
        <p:spPr>
          <a:xfrm>
            <a:off x="736600" y="5852057"/>
            <a:ext cx="5151438" cy="308260"/>
          </a:xfrm>
        </p:spPr>
        <p:txBody>
          <a:bodyPr/>
          <a:lstStyle/>
          <a:p>
            <a:pPr algn="ctr"/>
            <a:r>
              <a:rPr lang="en-US" altLang="en-US" sz="2000" b="1" dirty="0"/>
              <a:t>Figure 4</a:t>
            </a:r>
          </a:p>
        </p:txBody>
      </p:sp>
      <p:graphicFrame>
        <p:nvGraphicFramePr>
          <p:cNvPr id="22" name="Content Placeholder 21" descr="int_1^infinity ((1/x) d x) diverges&#10;">
            <a:extLst>
              <a:ext uri="{FF2B5EF4-FFF2-40B4-BE49-F238E27FC236}">
                <a16:creationId xmlns="" xmlns:a16="http://schemas.microsoft.com/office/drawing/2014/main" id="{5C15A47B-DE28-42E9-9DF3-BEAEAF1048D9}"/>
              </a:ext>
            </a:extLst>
          </p:cNvPr>
          <p:cNvGraphicFramePr>
            <a:graphicFrameLocks noGrp="1" noChangeAspect="1"/>
          </p:cNvGraphicFramePr>
          <p:nvPr>
            <p:ph sz="quarter" idx="25"/>
            <p:extLst>
              <p:ext uri="{D42A27DB-BD31-4B8C-83A1-F6EECF244321}">
                <p14:modId xmlns:p14="http://schemas.microsoft.com/office/powerpoint/2010/main" val="1778307864"/>
              </p:ext>
            </p:extLst>
          </p:nvPr>
        </p:nvGraphicFramePr>
        <p:xfrm>
          <a:off x="7744018" y="2107277"/>
          <a:ext cx="1747239" cy="565869"/>
        </p:xfrm>
        <a:graphic>
          <a:graphicData uri="http://schemas.openxmlformats.org/presentationml/2006/ole">
            <mc:AlternateContent xmlns:mc="http://schemas.openxmlformats.org/markup-compatibility/2006">
              <mc:Choice xmlns:v="urn:schemas-microsoft-com:vml" Requires="v">
                <p:oleObj spid="_x0000_s691440" name="Equation" r:id="rId8" imgW="2234880" imgH="723600" progId="Equation.DSMT4">
                  <p:embed/>
                </p:oleObj>
              </mc:Choice>
              <mc:Fallback>
                <p:oleObj name="Equation" r:id="rId8" imgW="2234880" imgH="723600" progId="Equation.DSMT4">
                  <p:embed/>
                  <p:pic>
                    <p:nvPicPr>
                      <p:cNvPr id="21" name="Object 20">
                        <a:extLst>
                          <a:ext uri="{FF2B5EF4-FFF2-40B4-BE49-F238E27FC236}">
                            <a16:creationId xmlns="" xmlns:a16="http://schemas.microsoft.com/office/drawing/2014/main" id="{498B4574-C22F-4B26-9B89-3850CCDC7A4E}"/>
                          </a:ext>
                        </a:extLst>
                      </p:cNvPr>
                      <p:cNvPicPr/>
                      <p:nvPr/>
                    </p:nvPicPr>
                    <p:blipFill>
                      <a:blip r:embed="rId9"/>
                      <a:stretch>
                        <a:fillRect/>
                      </a:stretch>
                    </p:blipFill>
                    <p:spPr>
                      <a:xfrm>
                        <a:off x="7744018" y="2107277"/>
                        <a:ext cx="1747239" cy="565869"/>
                      </a:xfrm>
                      <a:prstGeom prst="rect">
                        <a:avLst/>
                      </a:prstGeom>
                    </p:spPr>
                  </p:pic>
                </p:oleObj>
              </mc:Fallback>
            </mc:AlternateContent>
          </a:graphicData>
        </a:graphic>
      </p:graphicFrame>
      <p:pic>
        <p:nvPicPr>
          <p:cNvPr id="24" name="Content Placeholder 23" descr="A curve labeled y = 1/x is graphed in the first quadrant of the x y coordinate plane. It is a  decreasing concave curve. It starts from the top left of the viewing window in the first quadrant, goes down and to the right with decreasing steepness passes through the point (1, 1), again goes down and to the right with decreasing steepness goes along the x axis without crossing it. The area under the curve, the line x = 1, and the x axis is shaded. It is labeled infinite area.">
            <a:extLst>
              <a:ext uri="{FF2B5EF4-FFF2-40B4-BE49-F238E27FC236}">
                <a16:creationId xmlns="" xmlns:a16="http://schemas.microsoft.com/office/drawing/2014/main" id="{88B5B914-7D47-41E6-A971-911F57F0D337}"/>
              </a:ext>
            </a:extLst>
          </p:cNvPr>
          <p:cNvPicPr>
            <a:picLocks noGrp="1" noChangeAspect="1"/>
          </p:cNvPicPr>
          <p:nvPr>
            <p:ph sz="quarter" idx="27"/>
          </p:nvPr>
        </p:nvPicPr>
        <p:blipFill>
          <a:blip r:embed="rId10"/>
          <a:stretch>
            <a:fillRect/>
          </a:stretch>
        </p:blipFill>
        <p:spPr>
          <a:xfrm>
            <a:off x="7425759" y="2807929"/>
            <a:ext cx="2700229" cy="2195794"/>
          </a:xfrm>
          <a:prstGeom prst="rect">
            <a:avLst/>
          </a:prstGeom>
        </p:spPr>
      </p:pic>
      <p:graphicFrame>
        <p:nvGraphicFramePr>
          <p:cNvPr id="28" name="Content Placeholder 27" descr="int_1^infinity ((1/x) d x) diverges&#10;">
            <a:extLst>
              <a:ext uri="{FF2B5EF4-FFF2-40B4-BE49-F238E27FC236}">
                <a16:creationId xmlns="" xmlns:a16="http://schemas.microsoft.com/office/drawing/2014/main" id="{A2BB21AB-76A1-4701-8DA7-E53EEAF3F3FD}"/>
              </a:ext>
            </a:extLst>
          </p:cNvPr>
          <p:cNvGraphicFramePr>
            <a:graphicFrameLocks noGrp="1" noChangeAspect="1"/>
          </p:cNvGraphicFramePr>
          <p:nvPr>
            <p:ph sz="quarter" idx="29"/>
            <p:extLst>
              <p:ext uri="{D42A27DB-BD31-4B8C-83A1-F6EECF244321}">
                <p14:modId xmlns:p14="http://schemas.microsoft.com/office/powerpoint/2010/main" val="3367076335"/>
              </p:ext>
            </p:extLst>
          </p:nvPr>
        </p:nvGraphicFramePr>
        <p:xfrm>
          <a:off x="7769225" y="5122863"/>
          <a:ext cx="1660525" cy="533400"/>
        </p:xfrm>
        <a:graphic>
          <a:graphicData uri="http://schemas.openxmlformats.org/presentationml/2006/ole">
            <mc:AlternateContent xmlns:mc="http://schemas.openxmlformats.org/markup-compatibility/2006">
              <mc:Choice xmlns:v="urn:schemas-microsoft-com:vml" Requires="v">
                <p:oleObj spid="_x0000_s691441" name="Equation" r:id="rId11" imgW="2527200" imgH="812520" progId="Equation.DSMT4">
                  <p:embed/>
                </p:oleObj>
              </mc:Choice>
              <mc:Fallback>
                <p:oleObj name="Equation" r:id="rId11" imgW="2527200" imgH="812520" progId="Equation.DSMT4">
                  <p:embed/>
                  <p:pic>
                    <p:nvPicPr>
                      <p:cNvPr id="27" name="Object 26">
                        <a:extLst>
                          <a:ext uri="{FF2B5EF4-FFF2-40B4-BE49-F238E27FC236}">
                            <a16:creationId xmlns="" xmlns:a16="http://schemas.microsoft.com/office/drawing/2014/main" id="{B439EA4F-4602-4110-974F-CDCF8825CC42}"/>
                          </a:ext>
                        </a:extLst>
                      </p:cNvPr>
                      <p:cNvPicPr/>
                      <p:nvPr/>
                    </p:nvPicPr>
                    <p:blipFill>
                      <a:blip r:embed="rId12"/>
                      <a:stretch>
                        <a:fillRect/>
                      </a:stretch>
                    </p:blipFill>
                    <p:spPr>
                      <a:xfrm>
                        <a:off x="7769225" y="5122863"/>
                        <a:ext cx="1660525" cy="533400"/>
                      </a:xfrm>
                      <a:prstGeom prst="rect">
                        <a:avLst/>
                      </a:prstGeom>
                    </p:spPr>
                  </p:pic>
                </p:oleObj>
              </mc:Fallback>
            </mc:AlternateContent>
          </a:graphicData>
        </a:graphic>
      </p:graphicFrame>
      <p:sp>
        <p:nvSpPr>
          <p:cNvPr id="12" name="Content Placeholder 11">
            <a:extLst>
              <a:ext uri="{FF2B5EF4-FFF2-40B4-BE49-F238E27FC236}">
                <a16:creationId xmlns="" xmlns:a16="http://schemas.microsoft.com/office/drawing/2014/main" id="{B5F03FE1-667A-4B80-8308-EB541FA98855}"/>
              </a:ext>
            </a:extLst>
          </p:cNvPr>
          <p:cNvSpPr>
            <a:spLocks noGrp="1"/>
          </p:cNvSpPr>
          <p:nvPr>
            <p:ph sz="quarter" idx="32"/>
          </p:nvPr>
        </p:nvSpPr>
        <p:spPr>
          <a:xfrm>
            <a:off x="6096000" y="5850950"/>
            <a:ext cx="5353050" cy="305387"/>
          </a:xfrm>
        </p:spPr>
        <p:txBody>
          <a:bodyPr/>
          <a:lstStyle/>
          <a:p>
            <a:pPr algn="ctr"/>
            <a:r>
              <a:rPr lang="en-US" altLang="en-US" sz="2000" b="1" dirty="0"/>
              <a:t>Figure 5</a:t>
            </a:r>
          </a:p>
        </p:txBody>
      </p:sp>
    </p:spTree>
    <p:extLst>
      <p:ext uri="{BB962C8B-B14F-4D97-AF65-F5344CB8AC3E}">
        <p14:creationId xmlns:p14="http://schemas.microsoft.com/office/powerpoint/2010/main" val="13732352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A6DADB-2F4B-4B20-84B8-3B4F36AFD339}"/>
              </a:ext>
            </a:extLst>
          </p:cNvPr>
          <p:cNvSpPr>
            <a:spLocks noGrp="1"/>
          </p:cNvSpPr>
          <p:nvPr>
            <p:ph type="title"/>
          </p:nvPr>
        </p:nvSpPr>
        <p:spPr/>
        <p:txBody>
          <a:bodyPr/>
          <a:lstStyle/>
          <a:p>
            <a:r>
              <a:rPr lang="en-US" altLang="en-US" dirty="0"/>
              <a:t>Type 1: Infinite Intervals </a:t>
            </a:r>
            <a:r>
              <a:rPr lang="en-US" altLang="en-US" sz="2400" b="0" dirty="0"/>
              <a:t>(7 of </a:t>
            </a:r>
            <a:r>
              <a:rPr lang="en-US" altLang="en-US" sz="2400" b="0" dirty="0" smtClean="0"/>
              <a:t>7)</a:t>
            </a:r>
            <a:endParaRPr lang="en-IN" dirty="0"/>
          </a:p>
        </p:txBody>
      </p:sp>
      <p:sp>
        <p:nvSpPr>
          <p:cNvPr id="3" name="Content Placeholder 2">
            <a:extLst>
              <a:ext uri="{FF2B5EF4-FFF2-40B4-BE49-F238E27FC236}">
                <a16:creationId xmlns="" xmlns:a16="http://schemas.microsoft.com/office/drawing/2014/main" id="{0ECC3E16-39C3-417E-9F38-CD758E4D91D1}"/>
              </a:ext>
            </a:extLst>
          </p:cNvPr>
          <p:cNvSpPr>
            <a:spLocks noGrp="1"/>
          </p:cNvSpPr>
          <p:nvPr>
            <p:ph sz="quarter" idx="23"/>
          </p:nvPr>
        </p:nvSpPr>
        <p:spPr>
          <a:xfrm>
            <a:off x="736600" y="1289050"/>
            <a:ext cx="6687930" cy="321089"/>
          </a:xfrm>
        </p:spPr>
        <p:txBody>
          <a:bodyPr/>
          <a:lstStyle/>
          <a:p>
            <a:r>
              <a:rPr lang="en-US" altLang="en-US" dirty="0"/>
              <a:t>Geometrically, this says that although the curves</a:t>
            </a:r>
            <a:endParaRPr lang="en-IN" dirty="0"/>
          </a:p>
        </p:txBody>
      </p:sp>
      <p:graphicFrame>
        <p:nvGraphicFramePr>
          <p:cNvPr id="20" name="Content Placeholder 19" descr="y = (1/(x^2)) and y = (1/x)">
            <a:extLst>
              <a:ext uri="{FF2B5EF4-FFF2-40B4-BE49-F238E27FC236}">
                <a16:creationId xmlns="" xmlns:a16="http://schemas.microsoft.com/office/drawing/2014/main" id="{C04E5C00-BF6E-4515-9343-60B7138D922A}"/>
              </a:ext>
            </a:extLst>
          </p:cNvPr>
          <p:cNvGraphicFramePr>
            <a:graphicFrameLocks noGrp="1" noChangeAspect="1"/>
          </p:cNvGraphicFramePr>
          <p:nvPr>
            <p:ph sz="quarter" idx="24"/>
            <p:extLst>
              <p:ext uri="{D42A27DB-BD31-4B8C-83A1-F6EECF244321}">
                <p14:modId xmlns:p14="http://schemas.microsoft.com/office/powerpoint/2010/main" val="3098601815"/>
              </p:ext>
            </p:extLst>
          </p:nvPr>
        </p:nvGraphicFramePr>
        <p:xfrm>
          <a:off x="7339013" y="1108075"/>
          <a:ext cx="1997075" cy="619125"/>
        </p:xfrm>
        <a:graphic>
          <a:graphicData uri="http://schemas.openxmlformats.org/presentationml/2006/ole">
            <mc:AlternateContent xmlns:mc="http://schemas.openxmlformats.org/markup-compatibility/2006">
              <mc:Choice xmlns:v="urn:schemas-microsoft-com:vml" Requires="v">
                <p:oleObj spid="_x0000_s692589" name="Equation" r:id="rId3" imgW="2336760" imgH="723600" progId="Equation.DSMT4">
                  <p:embed/>
                </p:oleObj>
              </mc:Choice>
              <mc:Fallback>
                <p:oleObj name="Equation" r:id="rId3" imgW="2336760" imgH="723600" progId="Equation.DSMT4">
                  <p:embed/>
                  <p:pic>
                    <p:nvPicPr>
                      <p:cNvPr id="19" name="Object 18">
                        <a:extLst>
                          <a:ext uri="{FF2B5EF4-FFF2-40B4-BE49-F238E27FC236}">
                            <a16:creationId xmlns="" xmlns:a16="http://schemas.microsoft.com/office/drawing/2014/main" id="{D0D732C4-EE21-4306-9FCB-5A535A14B595}"/>
                          </a:ext>
                        </a:extLst>
                      </p:cNvPr>
                      <p:cNvPicPr/>
                      <p:nvPr/>
                    </p:nvPicPr>
                    <p:blipFill>
                      <a:blip r:embed="rId4"/>
                      <a:stretch>
                        <a:fillRect/>
                      </a:stretch>
                    </p:blipFill>
                    <p:spPr>
                      <a:xfrm>
                        <a:off x="7339013" y="1108075"/>
                        <a:ext cx="1997075" cy="619125"/>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178E1C92-759B-450E-88F2-319ABA5A6A04}"/>
              </a:ext>
            </a:extLst>
          </p:cNvPr>
          <p:cNvSpPr>
            <a:spLocks noGrp="1"/>
          </p:cNvSpPr>
          <p:nvPr>
            <p:ph sz="quarter" idx="25"/>
          </p:nvPr>
        </p:nvSpPr>
        <p:spPr>
          <a:xfrm>
            <a:off x="9430644" y="1252474"/>
            <a:ext cx="2043043" cy="321089"/>
          </a:xfrm>
        </p:spPr>
        <p:txBody>
          <a:bodyPr/>
          <a:lstStyle/>
          <a:p>
            <a:r>
              <a:rPr lang="en-US" altLang="en-US" dirty="0"/>
              <a:t>look very</a:t>
            </a:r>
            <a:endParaRPr lang="en-IN" dirty="0"/>
          </a:p>
        </p:txBody>
      </p:sp>
      <p:sp>
        <p:nvSpPr>
          <p:cNvPr id="6" name="Content Placeholder 5">
            <a:extLst>
              <a:ext uri="{FF2B5EF4-FFF2-40B4-BE49-F238E27FC236}">
                <a16:creationId xmlns="" xmlns:a16="http://schemas.microsoft.com/office/drawing/2014/main" id="{17F82C30-9A2F-4586-A879-BD80B04024AE}"/>
              </a:ext>
            </a:extLst>
          </p:cNvPr>
          <p:cNvSpPr>
            <a:spLocks noGrp="1"/>
          </p:cNvSpPr>
          <p:nvPr>
            <p:ph sz="quarter" idx="26"/>
          </p:nvPr>
        </p:nvSpPr>
        <p:spPr>
          <a:xfrm>
            <a:off x="736600" y="1819554"/>
            <a:ext cx="4551017" cy="321090"/>
          </a:xfrm>
        </p:spPr>
        <p:txBody>
          <a:bodyPr/>
          <a:lstStyle/>
          <a:p>
            <a:r>
              <a:rPr lang="en-US" altLang="en-US" dirty="0"/>
              <a:t>similar for </a:t>
            </a:r>
            <a:r>
              <a:rPr lang="en-US" altLang="en-US" i="1" dirty="0"/>
              <a:t>x</a:t>
            </a:r>
            <a:r>
              <a:rPr lang="en-US" altLang="en-US" dirty="0"/>
              <a:t> &gt; 0, the region under</a:t>
            </a:r>
            <a:endParaRPr lang="en-IN" dirty="0"/>
          </a:p>
        </p:txBody>
      </p:sp>
      <p:graphicFrame>
        <p:nvGraphicFramePr>
          <p:cNvPr id="22" name="Content Placeholder 21" descr="y = (1/(x^2))">
            <a:extLst>
              <a:ext uri="{FF2B5EF4-FFF2-40B4-BE49-F238E27FC236}">
                <a16:creationId xmlns="" xmlns:a16="http://schemas.microsoft.com/office/drawing/2014/main" id="{F865AEDA-6B6F-4180-A209-D6BA3A146162}"/>
              </a:ext>
            </a:extLst>
          </p:cNvPr>
          <p:cNvGraphicFramePr>
            <a:graphicFrameLocks noGrp="1" noChangeAspect="1"/>
          </p:cNvGraphicFramePr>
          <p:nvPr>
            <p:ph sz="quarter" idx="27"/>
            <p:extLst>
              <p:ext uri="{D42A27DB-BD31-4B8C-83A1-F6EECF244321}">
                <p14:modId xmlns:p14="http://schemas.microsoft.com/office/powerpoint/2010/main" val="160228244"/>
              </p:ext>
            </p:extLst>
          </p:nvPr>
        </p:nvGraphicFramePr>
        <p:xfrm>
          <a:off x="5266076" y="1659727"/>
          <a:ext cx="795468" cy="629745"/>
        </p:xfrm>
        <a:graphic>
          <a:graphicData uri="http://schemas.openxmlformats.org/presentationml/2006/ole">
            <mc:AlternateContent xmlns:mc="http://schemas.openxmlformats.org/markup-compatibility/2006">
              <mc:Choice xmlns:v="urn:schemas-microsoft-com:vml" Requires="v">
                <p:oleObj spid="_x0000_s692590" name="Equation" r:id="rId5" imgW="914400" imgH="723600" progId="Equation.DSMT4">
                  <p:embed/>
                </p:oleObj>
              </mc:Choice>
              <mc:Fallback>
                <p:oleObj name="Equation" r:id="rId5" imgW="914400" imgH="723600" progId="Equation.DSMT4">
                  <p:embed/>
                  <p:pic>
                    <p:nvPicPr>
                      <p:cNvPr id="21" name="Object 20">
                        <a:extLst>
                          <a:ext uri="{FF2B5EF4-FFF2-40B4-BE49-F238E27FC236}">
                            <a16:creationId xmlns="" xmlns:a16="http://schemas.microsoft.com/office/drawing/2014/main" id="{25E21031-6078-4E76-A239-CB32B0C5E0C6}"/>
                          </a:ext>
                        </a:extLst>
                      </p:cNvPr>
                      <p:cNvPicPr/>
                      <p:nvPr/>
                    </p:nvPicPr>
                    <p:blipFill>
                      <a:blip r:embed="rId6"/>
                      <a:stretch>
                        <a:fillRect/>
                      </a:stretch>
                    </p:blipFill>
                    <p:spPr>
                      <a:xfrm>
                        <a:off x="5266076" y="1659727"/>
                        <a:ext cx="795468" cy="629745"/>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D100710D-3679-4345-9A33-EFDC97BBA8DB}"/>
              </a:ext>
            </a:extLst>
          </p:cNvPr>
          <p:cNvSpPr>
            <a:spLocks noGrp="1"/>
          </p:cNvSpPr>
          <p:nvPr>
            <p:ph sz="quarter" idx="28"/>
          </p:nvPr>
        </p:nvSpPr>
        <p:spPr>
          <a:xfrm>
            <a:off x="6149282" y="1811607"/>
            <a:ext cx="5359401" cy="329037"/>
          </a:xfrm>
        </p:spPr>
        <p:txBody>
          <a:bodyPr/>
          <a:lstStyle/>
          <a:p>
            <a:r>
              <a:rPr lang="en-US" altLang="en-US" dirty="0"/>
              <a:t>to the right of </a:t>
            </a:r>
            <a:r>
              <a:rPr lang="en-US" altLang="en-US" i="1" dirty="0"/>
              <a:t>x</a:t>
            </a:r>
            <a:r>
              <a:rPr lang="en-US" altLang="en-US" dirty="0"/>
              <a:t> = 1 (the shaded region</a:t>
            </a:r>
            <a:endParaRPr lang="en-IN" dirty="0"/>
          </a:p>
        </p:txBody>
      </p:sp>
      <p:sp>
        <p:nvSpPr>
          <p:cNvPr id="9" name="Content Placeholder 8">
            <a:extLst>
              <a:ext uri="{FF2B5EF4-FFF2-40B4-BE49-F238E27FC236}">
                <a16:creationId xmlns="" xmlns:a16="http://schemas.microsoft.com/office/drawing/2014/main" id="{31137D7B-2D21-453B-83A1-06AB9597A287}"/>
              </a:ext>
            </a:extLst>
          </p:cNvPr>
          <p:cNvSpPr>
            <a:spLocks noGrp="1"/>
          </p:cNvSpPr>
          <p:nvPr>
            <p:ph sz="quarter" idx="29"/>
          </p:nvPr>
        </p:nvSpPr>
        <p:spPr>
          <a:xfrm>
            <a:off x="736599" y="2377249"/>
            <a:ext cx="9192591" cy="335702"/>
          </a:xfrm>
        </p:spPr>
        <p:txBody>
          <a:bodyPr/>
          <a:lstStyle/>
          <a:p>
            <a:r>
              <a:rPr lang="en-US" altLang="en-US" dirty="0"/>
              <a:t>in Figure 4) has finite area whereas the corresponding region under </a:t>
            </a:r>
            <a:endParaRPr lang="en-IN" dirty="0"/>
          </a:p>
        </p:txBody>
      </p:sp>
      <p:graphicFrame>
        <p:nvGraphicFramePr>
          <p:cNvPr id="24" name="Content Placeholder 23" descr="y = (1/x)">
            <a:extLst>
              <a:ext uri="{FF2B5EF4-FFF2-40B4-BE49-F238E27FC236}">
                <a16:creationId xmlns="" xmlns:a16="http://schemas.microsoft.com/office/drawing/2014/main" id="{A456DB94-0F72-4B94-95B2-0DFBEABDC078}"/>
              </a:ext>
            </a:extLst>
          </p:cNvPr>
          <p:cNvGraphicFramePr>
            <a:graphicFrameLocks noGrp="1" noChangeAspect="1"/>
          </p:cNvGraphicFramePr>
          <p:nvPr>
            <p:ph sz="quarter" idx="30"/>
            <p:extLst>
              <p:ext uri="{D42A27DB-BD31-4B8C-83A1-F6EECF244321}">
                <p14:modId xmlns:p14="http://schemas.microsoft.com/office/powerpoint/2010/main" val="3081383981"/>
              </p:ext>
            </p:extLst>
          </p:nvPr>
        </p:nvGraphicFramePr>
        <p:xfrm>
          <a:off x="9899281" y="2180155"/>
          <a:ext cx="736622" cy="677218"/>
        </p:xfrm>
        <a:graphic>
          <a:graphicData uri="http://schemas.openxmlformats.org/presentationml/2006/ole">
            <mc:AlternateContent xmlns:mc="http://schemas.openxmlformats.org/markup-compatibility/2006">
              <mc:Choice xmlns:v="urn:schemas-microsoft-com:vml" Requires="v">
                <p:oleObj spid="_x0000_s692591" name="Equation" r:id="rId7" imgW="787320" imgH="723600" progId="Equation.DSMT4">
                  <p:embed/>
                </p:oleObj>
              </mc:Choice>
              <mc:Fallback>
                <p:oleObj name="Equation" r:id="rId7" imgW="787320" imgH="723600" progId="Equation.DSMT4">
                  <p:embed/>
                  <p:pic>
                    <p:nvPicPr>
                      <p:cNvPr id="23" name="Object 22">
                        <a:extLst>
                          <a:ext uri="{FF2B5EF4-FFF2-40B4-BE49-F238E27FC236}">
                            <a16:creationId xmlns="" xmlns:a16="http://schemas.microsoft.com/office/drawing/2014/main" id="{08FE0BE9-61C0-445C-8422-4481320B1CE1}"/>
                          </a:ext>
                        </a:extLst>
                      </p:cNvPr>
                      <p:cNvPicPr/>
                      <p:nvPr/>
                    </p:nvPicPr>
                    <p:blipFill>
                      <a:blip r:embed="rId8"/>
                      <a:stretch>
                        <a:fillRect/>
                      </a:stretch>
                    </p:blipFill>
                    <p:spPr>
                      <a:xfrm>
                        <a:off x="9899281" y="2180155"/>
                        <a:ext cx="736622" cy="677218"/>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A1B4169D-1571-400B-B10B-1C23B8FEFA57}"/>
              </a:ext>
            </a:extLst>
          </p:cNvPr>
          <p:cNvSpPr>
            <a:spLocks noGrp="1"/>
          </p:cNvSpPr>
          <p:nvPr>
            <p:ph sz="quarter" idx="31"/>
          </p:nvPr>
        </p:nvSpPr>
        <p:spPr>
          <a:xfrm>
            <a:off x="736600" y="3014267"/>
            <a:ext cx="6031948" cy="329021"/>
          </a:xfrm>
        </p:spPr>
        <p:txBody>
          <a:bodyPr/>
          <a:lstStyle/>
          <a:p>
            <a:r>
              <a:rPr lang="en-US" altLang="en-US" dirty="0"/>
              <a:t>(in Figure 5) has infinite area. Note that both</a:t>
            </a:r>
            <a:endParaRPr lang="en-IN" dirty="0"/>
          </a:p>
        </p:txBody>
      </p:sp>
      <p:graphicFrame>
        <p:nvGraphicFramePr>
          <p:cNvPr id="26" name="Content Placeholder 25" descr="(1/(x^2)) and (1/x) approach 0 as x right arrow infinity but (1/(x^2))">
            <a:extLst>
              <a:ext uri="{FF2B5EF4-FFF2-40B4-BE49-F238E27FC236}">
                <a16:creationId xmlns="" xmlns:a16="http://schemas.microsoft.com/office/drawing/2014/main" id="{0D92452A-18E8-44BE-827A-B6121B527BDF}"/>
              </a:ext>
            </a:extLst>
          </p:cNvPr>
          <p:cNvGraphicFramePr>
            <a:graphicFrameLocks noGrp="1" noChangeAspect="1"/>
          </p:cNvGraphicFramePr>
          <p:nvPr>
            <p:ph sz="quarter" idx="32"/>
            <p:extLst>
              <p:ext uri="{D42A27DB-BD31-4B8C-83A1-F6EECF244321}">
                <p14:modId xmlns:p14="http://schemas.microsoft.com/office/powerpoint/2010/main" val="2583702410"/>
              </p:ext>
            </p:extLst>
          </p:nvPr>
        </p:nvGraphicFramePr>
        <p:xfrm>
          <a:off x="6765925" y="2860675"/>
          <a:ext cx="4857750" cy="650875"/>
        </p:xfrm>
        <a:graphic>
          <a:graphicData uri="http://schemas.openxmlformats.org/presentationml/2006/ole">
            <mc:AlternateContent xmlns:mc="http://schemas.openxmlformats.org/markup-compatibility/2006">
              <mc:Choice xmlns:v="urn:schemas-microsoft-com:vml" Requires="v">
                <p:oleObj spid="_x0000_s692592" name="Equation" r:id="rId9" imgW="5397480" imgH="723600" progId="Equation.DSMT4">
                  <p:embed/>
                </p:oleObj>
              </mc:Choice>
              <mc:Fallback>
                <p:oleObj name="Equation" r:id="rId9" imgW="5397480" imgH="723600" progId="Equation.DSMT4">
                  <p:embed/>
                  <p:pic>
                    <p:nvPicPr>
                      <p:cNvPr id="25" name="Object 24">
                        <a:extLst>
                          <a:ext uri="{FF2B5EF4-FFF2-40B4-BE49-F238E27FC236}">
                            <a16:creationId xmlns="" xmlns:a16="http://schemas.microsoft.com/office/drawing/2014/main" id="{FB2EFF6E-185E-4E5F-BEEB-E3ECBC333057}"/>
                          </a:ext>
                        </a:extLst>
                      </p:cNvPr>
                      <p:cNvPicPr/>
                      <p:nvPr/>
                    </p:nvPicPr>
                    <p:blipFill>
                      <a:blip r:embed="rId10"/>
                      <a:stretch>
                        <a:fillRect/>
                      </a:stretch>
                    </p:blipFill>
                    <p:spPr>
                      <a:xfrm>
                        <a:off x="6765925" y="2860675"/>
                        <a:ext cx="4857750" cy="650875"/>
                      </a:xfrm>
                      <a:prstGeom prst="rect">
                        <a:avLst/>
                      </a:prstGeom>
                    </p:spPr>
                  </p:pic>
                </p:oleObj>
              </mc:Fallback>
            </mc:AlternateContent>
          </a:graphicData>
        </a:graphic>
      </p:graphicFrame>
      <p:sp>
        <p:nvSpPr>
          <p:cNvPr id="13" name="Content Placeholder 12">
            <a:extLst>
              <a:ext uri="{FF2B5EF4-FFF2-40B4-BE49-F238E27FC236}">
                <a16:creationId xmlns="" xmlns:a16="http://schemas.microsoft.com/office/drawing/2014/main" id="{0436B43B-F5B2-4CB3-BE98-1609A9CBD37C}"/>
              </a:ext>
            </a:extLst>
          </p:cNvPr>
          <p:cNvSpPr>
            <a:spLocks noGrp="1"/>
          </p:cNvSpPr>
          <p:nvPr>
            <p:ph sz="quarter" idx="33"/>
          </p:nvPr>
        </p:nvSpPr>
        <p:spPr>
          <a:xfrm>
            <a:off x="736600" y="3740130"/>
            <a:ext cx="3467652" cy="329021"/>
          </a:xfrm>
        </p:spPr>
        <p:txBody>
          <a:bodyPr/>
          <a:lstStyle/>
          <a:p>
            <a:r>
              <a:rPr lang="en-US" altLang="en-US" dirty="0"/>
              <a:t>approaches 0 faster than</a:t>
            </a:r>
            <a:endParaRPr lang="en-IN" dirty="0"/>
          </a:p>
        </p:txBody>
      </p:sp>
      <p:graphicFrame>
        <p:nvGraphicFramePr>
          <p:cNvPr id="28" name="Content Placeholder 27" descr="(1/x)">
            <a:extLst>
              <a:ext uri="{FF2B5EF4-FFF2-40B4-BE49-F238E27FC236}">
                <a16:creationId xmlns="" xmlns:a16="http://schemas.microsoft.com/office/drawing/2014/main" id="{8D44AEA4-037A-45E2-979E-52DE192016A9}"/>
              </a:ext>
            </a:extLst>
          </p:cNvPr>
          <p:cNvGraphicFramePr>
            <a:graphicFrameLocks noGrp="1" noChangeAspect="1"/>
          </p:cNvGraphicFramePr>
          <p:nvPr>
            <p:ph sz="quarter" idx="34"/>
            <p:extLst>
              <p:ext uri="{D42A27DB-BD31-4B8C-83A1-F6EECF244321}">
                <p14:modId xmlns:p14="http://schemas.microsoft.com/office/powerpoint/2010/main" val="805072087"/>
              </p:ext>
            </p:extLst>
          </p:nvPr>
        </p:nvGraphicFramePr>
        <p:xfrm>
          <a:off x="4210440" y="3586545"/>
          <a:ext cx="307941" cy="626881"/>
        </p:xfrm>
        <a:graphic>
          <a:graphicData uri="http://schemas.openxmlformats.org/presentationml/2006/ole">
            <mc:AlternateContent xmlns:mc="http://schemas.openxmlformats.org/markup-compatibility/2006">
              <mc:Choice xmlns:v="urn:schemas-microsoft-com:vml" Requires="v">
                <p:oleObj spid="_x0000_s692593" name="Equation" r:id="rId11" imgW="355320" imgH="723600" progId="Equation.DSMT4">
                  <p:embed/>
                </p:oleObj>
              </mc:Choice>
              <mc:Fallback>
                <p:oleObj name="Equation" r:id="rId11" imgW="355320" imgH="723600" progId="Equation.DSMT4">
                  <p:embed/>
                  <p:pic>
                    <p:nvPicPr>
                      <p:cNvPr id="27" name="Object 26">
                        <a:extLst>
                          <a:ext uri="{FF2B5EF4-FFF2-40B4-BE49-F238E27FC236}">
                            <a16:creationId xmlns="" xmlns:a16="http://schemas.microsoft.com/office/drawing/2014/main" id="{1BABA041-D619-40AB-BD12-A89B3A985186}"/>
                          </a:ext>
                        </a:extLst>
                      </p:cNvPr>
                      <p:cNvPicPr/>
                      <p:nvPr/>
                    </p:nvPicPr>
                    <p:blipFill>
                      <a:blip r:embed="rId12"/>
                      <a:stretch>
                        <a:fillRect/>
                      </a:stretch>
                    </p:blipFill>
                    <p:spPr>
                      <a:xfrm>
                        <a:off x="4210440" y="3586545"/>
                        <a:ext cx="307941" cy="626881"/>
                      </a:xfrm>
                      <a:prstGeom prst="rect">
                        <a:avLst/>
                      </a:prstGeom>
                    </p:spPr>
                  </p:pic>
                </p:oleObj>
              </mc:Fallback>
            </mc:AlternateContent>
          </a:graphicData>
        </a:graphic>
      </p:graphicFrame>
      <p:sp>
        <p:nvSpPr>
          <p:cNvPr id="15" name="Content Placeholder 14">
            <a:extLst>
              <a:ext uri="{FF2B5EF4-FFF2-40B4-BE49-F238E27FC236}">
                <a16:creationId xmlns="" xmlns:a16="http://schemas.microsoft.com/office/drawing/2014/main" id="{072724EC-88D2-45EB-B41C-EE3B91A1EB28}"/>
              </a:ext>
            </a:extLst>
          </p:cNvPr>
          <p:cNvSpPr>
            <a:spLocks noGrp="1"/>
          </p:cNvSpPr>
          <p:nvPr>
            <p:ph sz="quarter" idx="35"/>
          </p:nvPr>
        </p:nvSpPr>
        <p:spPr>
          <a:xfrm>
            <a:off x="4595058" y="3721047"/>
            <a:ext cx="1977888" cy="309143"/>
          </a:xfrm>
        </p:spPr>
        <p:txBody>
          <a:bodyPr/>
          <a:lstStyle/>
          <a:p>
            <a:r>
              <a:rPr lang="en-US" altLang="en-US" dirty="0"/>
              <a:t>The values of</a:t>
            </a:r>
            <a:endParaRPr lang="en-IN" dirty="0"/>
          </a:p>
        </p:txBody>
      </p:sp>
      <p:graphicFrame>
        <p:nvGraphicFramePr>
          <p:cNvPr id="30" name="Content Placeholder 29" descr="(1/x)">
            <a:extLst>
              <a:ext uri="{FF2B5EF4-FFF2-40B4-BE49-F238E27FC236}">
                <a16:creationId xmlns="" xmlns:a16="http://schemas.microsoft.com/office/drawing/2014/main" id="{C096F18B-F40F-4A57-9678-1201871B9DCC}"/>
              </a:ext>
            </a:extLst>
          </p:cNvPr>
          <p:cNvGraphicFramePr>
            <a:graphicFrameLocks noGrp="1" noChangeAspect="1"/>
          </p:cNvGraphicFramePr>
          <p:nvPr>
            <p:ph sz="quarter" idx="36"/>
            <p:extLst>
              <p:ext uri="{D42A27DB-BD31-4B8C-83A1-F6EECF244321}">
                <p14:modId xmlns:p14="http://schemas.microsoft.com/office/powerpoint/2010/main" val="3153686090"/>
              </p:ext>
            </p:extLst>
          </p:nvPr>
        </p:nvGraphicFramePr>
        <p:xfrm>
          <a:off x="6538201" y="3519618"/>
          <a:ext cx="259507" cy="704381"/>
        </p:xfrm>
        <a:graphic>
          <a:graphicData uri="http://schemas.openxmlformats.org/presentationml/2006/ole">
            <mc:AlternateContent xmlns:mc="http://schemas.openxmlformats.org/markup-compatibility/2006">
              <mc:Choice xmlns:v="urn:schemas-microsoft-com:vml" Requires="v">
                <p:oleObj spid="_x0000_s692594" name="Equation" r:id="rId13" imgW="266400" imgH="723600" progId="Equation.DSMT4">
                  <p:embed/>
                </p:oleObj>
              </mc:Choice>
              <mc:Fallback>
                <p:oleObj name="Equation" r:id="rId13" imgW="266400" imgH="723600" progId="Equation.DSMT4">
                  <p:embed/>
                  <p:pic>
                    <p:nvPicPr>
                      <p:cNvPr id="29" name="Object 28">
                        <a:extLst>
                          <a:ext uri="{FF2B5EF4-FFF2-40B4-BE49-F238E27FC236}">
                            <a16:creationId xmlns="" xmlns:a16="http://schemas.microsoft.com/office/drawing/2014/main" id="{97D58341-EC27-4E80-94C3-74C2586A0677}"/>
                          </a:ext>
                        </a:extLst>
                      </p:cNvPr>
                      <p:cNvPicPr/>
                      <p:nvPr/>
                    </p:nvPicPr>
                    <p:blipFill>
                      <a:blip r:embed="rId14"/>
                      <a:stretch>
                        <a:fillRect/>
                      </a:stretch>
                    </p:blipFill>
                    <p:spPr>
                      <a:xfrm>
                        <a:off x="6538201" y="3519618"/>
                        <a:ext cx="259507" cy="704381"/>
                      </a:xfrm>
                      <a:prstGeom prst="rect">
                        <a:avLst/>
                      </a:prstGeom>
                    </p:spPr>
                  </p:pic>
                </p:oleObj>
              </mc:Fallback>
            </mc:AlternateContent>
          </a:graphicData>
        </a:graphic>
      </p:graphicFrame>
      <p:sp>
        <p:nvSpPr>
          <p:cNvPr id="17" name="Content Placeholder 16">
            <a:extLst>
              <a:ext uri="{FF2B5EF4-FFF2-40B4-BE49-F238E27FC236}">
                <a16:creationId xmlns="" xmlns:a16="http://schemas.microsoft.com/office/drawing/2014/main" id="{ACD4F476-6576-4FCC-BFFF-BACA79DF31C9}"/>
              </a:ext>
            </a:extLst>
          </p:cNvPr>
          <p:cNvSpPr>
            <a:spLocks noGrp="1"/>
          </p:cNvSpPr>
          <p:nvPr>
            <p:ph sz="quarter" idx="37"/>
          </p:nvPr>
        </p:nvSpPr>
        <p:spPr>
          <a:xfrm>
            <a:off x="6851638" y="3703555"/>
            <a:ext cx="4448313" cy="299204"/>
          </a:xfrm>
        </p:spPr>
        <p:txBody>
          <a:bodyPr/>
          <a:lstStyle/>
          <a:p>
            <a:r>
              <a:rPr lang="en-US" altLang="en-US" dirty="0"/>
              <a:t>don’t decrease fast enough for</a:t>
            </a:r>
            <a:endParaRPr lang="en-IN" dirty="0"/>
          </a:p>
        </p:txBody>
      </p:sp>
      <p:sp>
        <p:nvSpPr>
          <p:cNvPr id="18" name="Content Placeholder 17">
            <a:extLst>
              <a:ext uri="{FF2B5EF4-FFF2-40B4-BE49-F238E27FC236}">
                <a16:creationId xmlns="" xmlns:a16="http://schemas.microsoft.com/office/drawing/2014/main" id="{EA64EE60-68A2-44BA-A787-8924E8E82F93}"/>
              </a:ext>
            </a:extLst>
          </p:cNvPr>
          <p:cNvSpPr>
            <a:spLocks noGrp="1"/>
          </p:cNvSpPr>
          <p:nvPr>
            <p:ph sz="quarter" idx="38"/>
          </p:nvPr>
        </p:nvSpPr>
        <p:spPr>
          <a:xfrm>
            <a:off x="736599" y="4321187"/>
            <a:ext cx="4694937" cy="325285"/>
          </a:xfrm>
        </p:spPr>
        <p:txBody>
          <a:bodyPr/>
          <a:lstStyle/>
          <a:p>
            <a:r>
              <a:rPr lang="en-US" altLang="en-US" dirty="0"/>
              <a:t>its integral to have a finite value.</a:t>
            </a:r>
          </a:p>
        </p:txBody>
      </p:sp>
      <p:sp>
        <p:nvSpPr>
          <p:cNvPr id="25" name="Content Placeholder 8"/>
          <p:cNvSpPr>
            <a:spLocks noGrp="1"/>
          </p:cNvSpPr>
          <p:nvPr>
            <p:ph sz="quarter" idx="29"/>
          </p:nvPr>
        </p:nvSpPr>
        <p:spPr>
          <a:xfrm>
            <a:off x="736600" y="4922860"/>
            <a:ext cx="4256024" cy="369070"/>
          </a:xfrm>
        </p:spPr>
        <p:txBody>
          <a:bodyPr/>
          <a:lstStyle/>
          <a:p>
            <a:r>
              <a:rPr lang="en-US" altLang="en-US" dirty="0"/>
              <a:t>We summarize this as follows</a:t>
            </a:r>
            <a:r>
              <a:rPr lang="en-US" altLang="en-US" dirty="0" smtClean="0"/>
              <a:t>:</a:t>
            </a:r>
            <a:endParaRPr lang="en-IN" dirty="0"/>
          </a:p>
        </p:txBody>
      </p:sp>
      <p:graphicFrame>
        <p:nvGraphicFramePr>
          <p:cNvPr id="27" name="Content Placeholder 11" descr="(item 2) int_a^infinity ((1/(x^p)) d x) is convergent if p &gt; 1 and divergent if p &lt;= 1.">
            <a:extLst>
              <a:ext uri="{FF2B5EF4-FFF2-40B4-BE49-F238E27FC236}">
                <a16:creationId xmlns="" xmlns:a16="http://schemas.microsoft.com/office/drawing/2014/main" id="{8F7B554A-9E14-4DCA-A1BD-42C45C974ED9}"/>
              </a:ext>
            </a:extLst>
          </p:cNvPr>
          <p:cNvGraphicFramePr>
            <a:graphicFrameLocks noGrp="1" noChangeAspect="1"/>
          </p:cNvGraphicFramePr>
          <p:nvPr>
            <p:ph sz="quarter" idx="27"/>
            <p:extLst>
              <p:ext uri="{D42A27DB-BD31-4B8C-83A1-F6EECF244321}">
                <p14:modId xmlns:p14="http://schemas.microsoft.com/office/powerpoint/2010/main" val="3938464161"/>
              </p:ext>
            </p:extLst>
          </p:nvPr>
        </p:nvGraphicFramePr>
        <p:xfrm>
          <a:off x="2260075" y="5429923"/>
          <a:ext cx="7593854" cy="671081"/>
        </p:xfrm>
        <a:graphic>
          <a:graphicData uri="http://schemas.openxmlformats.org/presentationml/2006/ole">
            <mc:AlternateContent xmlns:mc="http://schemas.openxmlformats.org/markup-compatibility/2006">
              <mc:Choice xmlns:v="urn:schemas-microsoft-com:vml" Requires="v">
                <p:oleObj spid="_x0000_s692595" name="Equation" r:id="rId15" imgW="8191440" imgH="723600" progId="Equation.DSMT4">
                  <p:embed/>
                </p:oleObj>
              </mc:Choice>
              <mc:Fallback>
                <p:oleObj name="Equation" r:id="rId15" imgW="8191440" imgH="723600" progId="Equation.DSMT4">
                  <p:embed/>
                  <p:pic>
                    <p:nvPicPr>
                      <p:cNvPr id="21" name="Content Placeholder 11">
                        <a:extLst>
                          <a:ext uri="{FF2B5EF4-FFF2-40B4-BE49-F238E27FC236}">
                            <a16:creationId xmlns="" xmlns:a16="http://schemas.microsoft.com/office/drawing/2014/main" id="{8F7B554A-9E14-4DCA-A1BD-42C45C974ED9}"/>
                          </a:ext>
                        </a:extLst>
                      </p:cNvPr>
                      <p:cNvPicPr/>
                      <p:nvPr/>
                    </p:nvPicPr>
                    <p:blipFill>
                      <a:blip r:embed="rId16"/>
                      <a:stretch>
                        <a:fillRect/>
                      </a:stretch>
                    </p:blipFill>
                    <p:spPr>
                      <a:xfrm>
                        <a:off x="2260075" y="5429923"/>
                        <a:ext cx="7593854" cy="671081"/>
                      </a:xfrm>
                      <a:prstGeom prst="rect">
                        <a:avLst/>
                      </a:prstGeom>
                    </p:spPr>
                  </p:pic>
                </p:oleObj>
              </mc:Fallback>
            </mc:AlternateContent>
          </a:graphicData>
        </a:graphic>
      </p:graphicFrame>
    </p:spTree>
    <p:extLst>
      <p:ext uri="{BB962C8B-B14F-4D97-AF65-F5344CB8AC3E}">
        <p14:creationId xmlns:p14="http://schemas.microsoft.com/office/powerpoint/2010/main" val="3009708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22018-F32D-48CB-8808-5EE4002858CB}"/>
              </a:ext>
            </a:extLst>
          </p:cNvPr>
          <p:cNvSpPr>
            <a:spLocks noGrp="1"/>
          </p:cNvSpPr>
          <p:nvPr>
            <p:ph type="title"/>
          </p:nvPr>
        </p:nvSpPr>
        <p:spPr>
          <a:xfrm>
            <a:off x="838200" y="3011557"/>
            <a:ext cx="10515600" cy="487017"/>
          </a:xfrm>
        </p:spPr>
        <p:txBody>
          <a:bodyPr/>
          <a:lstStyle/>
          <a:p>
            <a:pPr algn="ctr"/>
            <a:r>
              <a:rPr lang="en-IN" dirty="0"/>
              <a:t>Type 2: Discontinuous Integrands</a:t>
            </a:r>
          </a:p>
        </p:txBody>
      </p:sp>
    </p:spTree>
    <p:extLst>
      <p:ext uri="{BB962C8B-B14F-4D97-AF65-F5344CB8AC3E}">
        <p14:creationId xmlns:p14="http://schemas.microsoft.com/office/powerpoint/2010/main" val="1872666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70D8EE-2943-46B6-9820-265FAFE6FEA9}"/>
              </a:ext>
            </a:extLst>
          </p:cNvPr>
          <p:cNvSpPr>
            <a:spLocks noGrp="1"/>
          </p:cNvSpPr>
          <p:nvPr>
            <p:ph type="title"/>
          </p:nvPr>
        </p:nvSpPr>
        <p:spPr/>
        <p:txBody>
          <a:bodyPr/>
          <a:lstStyle/>
          <a:p>
            <a:r>
              <a:rPr lang="en-US" altLang="en-US" dirty="0"/>
              <a:t>Type 2: Discontinuous Integrands </a:t>
            </a:r>
            <a:r>
              <a:rPr lang="en-US" altLang="en-US" sz="2400" b="0" dirty="0"/>
              <a:t>(1 of 4)</a:t>
            </a:r>
            <a:endParaRPr lang="en-IN" sz="2400" b="0" dirty="0"/>
          </a:p>
        </p:txBody>
      </p:sp>
      <p:sp>
        <p:nvSpPr>
          <p:cNvPr id="12" name="Content Placeholder 11">
            <a:extLst>
              <a:ext uri="{FF2B5EF4-FFF2-40B4-BE49-F238E27FC236}">
                <a16:creationId xmlns="" xmlns:a16="http://schemas.microsoft.com/office/drawing/2014/main" id="{1F7113BB-E433-4A35-9CF7-6E2B5E2996F0}"/>
              </a:ext>
            </a:extLst>
          </p:cNvPr>
          <p:cNvSpPr>
            <a:spLocks noGrp="1"/>
          </p:cNvSpPr>
          <p:nvPr>
            <p:ph sz="quarter" idx="12"/>
          </p:nvPr>
        </p:nvSpPr>
        <p:spPr>
          <a:xfrm>
            <a:off x="741971" y="1292278"/>
            <a:ext cx="9929077" cy="326210"/>
          </a:xfrm>
        </p:spPr>
        <p:txBody>
          <a:bodyPr/>
          <a:lstStyle/>
          <a:p>
            <a:r>
              <a:rPr lang="en-US" altLang="en-US" dirty="0"/>
              <a:t>Suppose that </a:t>
            </a:r>
            <a:r>
              <a:rPr lang="en-US" altLang="en-US" i="1" dirty="0"/>
              <a:t>f</a:t>
            </a:r>
            <a:r>
              <a:rPr lang="en-US" altLang="en-US" dirty="0"/>
              <a:t> is a positive continuous function defined on a finite </a:t>
            </a:r>
            <a:r>
              <a:rPr lang="en-US" altLang="en-US" dirty="0" smtClean="0"/>
              <a:t>interval</a:t>
            </a:r>
            <a:endParaRPr lang="en-US" altLang="en-US" dirty="0"/>
          </a:p>
        </p:txBody>
      </p:sp>
      <p:graphicFrame>
        <p:nvGraphicFramePr>
          <p:cNvPr id="11" name="Content Placeholder 10" descr="[a, b)"/>
          <p:cNvGraphicFramePr>
            <a:graphicFrameLocks noGrp="1" noChangeAspect="1"/>
          </p:cNvGraphicFramePr>
          <p:nvPr>
            <p:ph sz="quarter" idx="4294967295"/>
            <p:extLst>
              <p:ext uri="{D42A27DB-BD31-4B8C-83A1-F6EECF244321}">
                <p14:modId xmlns:p14="http://schemas.microsoft.com/office/powerpoint/2010/main" val="1175280687"/>
              </p:ext>
            </p:extLst>
          </p:nvPr>
        </p:nvGraphicFramePr>
        <p:xfrm>
          <a:off x="10695992" y="1241522"/>
          <a:ext cx="694194" cy="447868"/>
        </p:xfrm>
        <a:graphic>
          <a:graphicData uri="http://schemas.openxmlformats.org/presentationml/2006/ole">
            <mc:AlternateContent xmlns:mc="http://schemas.openxmlformats.org/markup-compatibility/2006">
              <mc:Choice xmlns:v="urn:schemas-microsoft-com:vml" Requires="v">
                <p:oleObj spid="_x0000_s694348" name="Equation" r:id="rId3" imgW="393480" imgH="253800" progId="Equation.DSMT4">
                  <p:embed/>
                </p:oleObj>
              </mc:Choice>
              <mc:Fallback>
                <p:oleObj name="Equation" r:id="rId3" imgW="393480" imgH="253800" progId="Equation.DSMT4">
                  <p:embed/>
                  <p:pic>
                    <p:nvPicPr>
                      <p:cNvPr id="3" name="Object 2"/>
                      <p:cNvPicPr/>
                      <p:nvPr/>
                    </p:nvPicPr>
                    <p:blipFill>
                      <a:blip r:embed="rId4"/>
                      <a:stretch>
                        <a:fillRect/>
                      </a:stretch>
                    </p:blipFill>
                    <p:spPr>
                      <a:xfrm>
                        <a:off x="10695992" y="1241522"/>
                        <a:ext cx="694194" cy="447868"/>
                      </a:xfrm>
                      <a:prstGeom prst="rect">
                        <a:avLst/>
                      </a:prstGeom>
                    </p:spPr>
                  </p:pic>
                </p:oleObj>
              </mc:Fallback>
            </mc:AlternateContent>
          </a:graphicData>
        </a:graphic>
      </p:graphicFrame>
      <p:sp>
        <p:nvSpPr>
          <p:cNvPr id="7" name="Content Placeholder 4"/>
          <p:cNvSpPr>
            <a:spLocks noGrp="1"/>
          </p:cNvSpPr>
          <p:nvPr>
            <p:ph sz="quarter" idx="4294967295"/>
          </p:nvPr>
        </p:nvSpPr>
        <p:spPr>
          <a:xfrm>
            <a:off x="667512" y="1693460"/>
            <a:ext cx="10650129" cy="2110359"/>
          </a:xfrm>
          <a:prstGeom prst="rect">
            <a:avLst/>
          </a:prstGeom>
        </p:spPr>
        <p:txBody>
          <a:bodyPr/>
          <a:lstStyle/>
          <a:p>
            <a:r>
              <a:rPr lang="en-US" altLang="en-US" sz="2400" dirty="0"/>
              <a:t>but has a vertical asymptote at </a:t>
            </a:r>
            <a:r>
              <a:rPr lang="en-US" altLang="en-US" sz="2400" i="1" dirty="0"/>
              <a:t>b</a:t>
            </a:r>
            <a:r>
              <a:rPr lang="en-US" altLang="en-US" sz="2400" dirty="0"/>
              <a:t>.</a:t>
            </a:r>
          </a:p>
          <a:p>
            <a:r>
              <a:rPr lang="en-US" altLang="en-US" sz="2400" dirty="0"/>
              <a:t>Let </a:t>
            </a:r>
            <a:r>
              <a:rPr lang="en-US" altLang="en-US" sz="2400" i="1" dirty="0"/>
              <a:t>S</a:t>
            </a:r>
            <a:r>
              <a:rPr lang="en-US" altLang="en-US" sz="2400" dirty="0"/>
              <a:t> be the unbounded region under the graph of </a:t>
            </a:r>
            <a:r>
              <a:rPr lang="en-US" altLang="en-US" sz="2400" i="1" dirty="0"/>
              <a:t>f </a:t>
            </a:r>
            <a:r>
              <a:rPr lang="en-US" altLang="en-US" sz="2400" dirty="0"/>
              <a:t>and above the </a:t>
            </a:r>
            <a:r>
              <a:rPr lang="en-US" altLang="en-US" sz="2400" i="1" dirty="0"/>
              <a:t>x</a:t>
            </a:r>
            <a:r>
              <a:rPr lang="en-US" altLang="en-US" sz="2400" dirty="0"/>
              <a:t>-axis between </a:t>
            </a:r>
            <a:r>
              <a:rPr lang="en-US" altLang="en-US" sz="2400" i="1" dirty="0"/>
              <a:t>a </a:t>
            </a:r>
            <a:r>
              <a:rPr lang="en-US" altLang="en-US" sz="2400" dirty="0"/>
              <a:t>and </a:t>
            </a:r>
            <a:r>
              <a:rPr lang="en-US" altLang="en-US" sz="2400" i="1" dirty="0"/>
              <a:t>b</a:t>
            </a:r>
            <a:r>
              <a:rPr lang="en-US" altLang="en-US" sz="2400" dirty="0"/>
              <a:t>.</a:t>
            </a:r>
            <a:r>
              <a:rPr lang="en-US" altLang="en-US" sz="2400" i="1" dirty="0"/>
              <a:t> </a:t>
            </a:r>
            <a:r>
              <a:rPr lang="en-US" altLang="en-US" sz="2400" dirty="0"/>
              <a:t>(For Type 1 integrals, the regions extended indefinitely in a horizontal direction. Here the region is infinite in a vertical direction.) </a:t>
            </a:r>
          </a:p>
          <a:p>
            <a:r>
              <a:rPr lang="en-US" altLang="en-US" sz="2400" dirty="0"/>
              <a:t>The area of the part of </a:t>
            </a:r>
            <a:r>
              <a:rPr lang="en-US" altLang="en-US" sz="2400" i="1" dirty="0"/>
              <a:t>S </a:t>
            </a:r>
            <a:r>
              <a:rPr lang="en-US" altLang="en-US" sz="2400" dirty="0"/>
              <a:t>between </a:t>
            </a:r>
            <a:r>
              <a:rPr lang="en-US" altLang="en-US" sz="2400" i="1" dirty="0"/>
              <a:t>a</a:t>
            </a:r>
            <a:r>
              <a:rPr lang="en-US" altLang="en-US" sz="2400" dirty="0"/>
              <a:t> and </a:t>
            </a:r>
            <a:r>
              <a:rPr lang="en-US" altLang="en-US" sz="2400" i="1" dirty="0"/>
              <a:t>t </a:t>
            </a:r>
            <a:r>
              <a:rPr lang="en-US" altLang="en-US" sz="2400" dirty="0"/>
              <a:t>(the shaded region in Figure 7) is</a:t>
            </a:r>
            <a:endParaRPr lang="en-US" sz="2400" dirty="0"/>
          </a:p>
        </p:txBody>
      </p:sp>
      <p:graphicFrame>
        <p:nvGraphicFramePr>
          <p:cNvPr id="20" name="Content Placeholder 19" descr="A(t) = int_a^t (f(x) d x)&#10;">
            <a:extLst>
              <a:ext uri="{FF2B5EF4-FFF2-40B4-BE49-F238E27FC236}">
                <a16:creationId xmlns="" xmlns:a16="http://schemas.microsoft.com/office/drawing/2014/main" id="{48874411-145A-434A-995A-B2D50697A41A}"/>
              </a:ext>
            </a:extLst>
          </p:cNvPr>
          <p:cNvGraphicFramePr>
            <a:graphicFrameLocks noGrp="1" noChangeAspect="1"/>
          </p:cNvGraphicFramePr>
          <p:nvPr>
            <p:ph sz="quarter" idx="13"/>
            <p:extLst>
              <p:ext uri="{D42A27DB-BD31-4B8C-83A1-F6EECF244321}">
                <p14:modId xmlns:p14="http://schemas.microsoft.com/office/powerpoint/2010/main" val="3897070896"/>
              </p:ext>
            </p:extLst>
          </p:nvPr>
        </p:nvGraphicFramePr>
        <p:xfrm>
          <a:off x="2480742" y="4273446"/>
          <a:ext cx="2237897" cy="633621"/>
        </p:xfrm>
        <a:graphic>
          <a:graphicData uri="http://schemas.openxmlformats.org/presentationml/2006/ole">
            <mc:AlternateContent xmlns:mc="http://schemas.openxmlformats.org/markup-compatibility/2006">
              <mc:Choice xmlns:v="urn:schemas-microsoft-com:vml" Requires="v">
                <p:oleObj spid="_x0000_s694349" name="Equation" r:id="rId5" imgW="2108160" imgH="596880" progId="Equation.DSMT4">
                  <p:embed/>
                </p:oleObj>
              </mc:Choice>
              <mc:Fallback>
                <p:oleObj name="Equation" r:id="rId5" imgW="2108160" imgH="596880" progId="Equation.DSMT4">
                  <p:embed/>
                  <p:pic>
                    <p:nvPicPr>
                      <p:cNvPr id="19" name="Object 18">
                        <a:extLst>
                          <a:ext uri="{FF2B5EF4-FFF2-40B4-BE49-F238E27FC236}">
                            <a16:creationId xmlns="" xmlns:a16="http://schemas.microsoft.com/office/drawing/2014/main" id="{0098FB44-8AF7-4875-9A57-4607350C6D60}"/>
                          </a:ext>
                        </a:extLst>
                      </p:cNvPr>
                      <p:cNvPicPr/>
                      <p:nvPr/>
                    </p:nvPicPr>
                    <p:blipFill>
                      <a:blip r:embed="rId6"/>
                      <a:stretch>
                        <a:fillRect/>
                      </a:stretch>
                    </p:blipFill>
                    <p:spPr>
                      <a:xfrm>
                        <a:off x="2480742" y="4273446"/>
                        <a:ext cx="2237897" cy="633621"/>
                      </a:xfrm>
                      <a:prstGeom prst="rect">
                        <a:avLst/>
                      </a:prstGeom>
                    </p:spPr>
                  </p:pic>
                </p:oleObj>
              </mc:Fallback>
            </mc:AlternateContent>
          </a:graphicData>
        </a:graphic>
      </p:graphicFrame>
      <p:pic>
        <p:nvPicPr>
          <p:cNvPr id="21" name="Content Placeholder 20" descr="A curve labeled y = f(x) is graphed in the first quadrant of the x y coordinate plane. The curve has one low point and one high point from left to right. The curve starts from the point (a, f(a)) and ends at the point (b, f(b)). The area under the curve, the lines x = a, and x = t (a &lt; t &lt;  b) is shaded in the first quadrant. A perpendicular line from the point (b, f(b)) to the x axis is graphed. ">
            <a:extLst>
              <a:ext uri="{FF2B5EF4-FFF2-40B4-BE49-F238E27FC236}">
                <a16:creationId xmlns="" xmlns:a16="http://schemas.microsoft.com/office/drawing/2014/main" id="{499538FE-66B7-4EE7-B350-E8B55E2AE80B}"/>
              </a:ext>
            </a:extLst>
          </p:cNvPr>
          <p:cNvPicPr>
            <a:picLocks noGrp="1" noChangeAspect="1"/>
          </p:cNvPicPr>
          <p:nvPr>
            <p:ph sz="quarter" idx="14"/>
          </p:nvPr>
        </p:nvPicPr>
        <p:blipFill>
          <a:blip r:embed="rId7"/>
          <a:stretch>
            <a:fillRect/>
          </a:stretch>
        </p:blipFill>
        <p:spPr>
          <a:xfrm>
            <a:off x="7959553" y="3930698"/>
            <a:ext cx="3442589" cy="1890486"/>
          </a:xfrm>
          <a:prstGeom prst="rect">
            <a:avLst/>
          </a:prstGeom>
        </p:spPr>
      </p:pic>
      <p:sp>
        <p:nvSpPr>
          <p:cNvPr id="15" name="Content Placeholder 14">
            <a:extLst>
              <a:ext uri="{FF2B5EF4-FFF2-40B4-BE49-F238E27FC236}">
                <a16:creationId xmlns="" xmlns:a16="http://schemas.microsoft.com/office/drawing/2014/main" id="{C6424EA4-3874-437E-B6E9-C889F1243169}"/>
              </a:ext>
            </a:extLst>
          </p:cNvPr>
          <p:cNvSpPr>
            <a:spLocks noGrp="1"/>
          </p:cNvSpPr>
          <p:nvPr>
            <p:ph sz="quarter" idx="15"/>
          </p:nvPr>
        </p:nvSpPr>
        <p:spPr>
          <a:xfrm>
            <a:off x="7959553" y="5981665"/>
            <a:ext cx="3503785" cy="272831"/>
          </a:xfrm>
        </p:spPr>
        <p:txBody>
          <a:bodyPr/>
          <a:lstStyle/>
          <a:p>
            <a:pPr algn="ctr"/>
            <a:r>
              <a:rPr lang="en-US" altLang="en-US" sz="2000" b="1" dirty="0"/>
              <a:t>Figure 7</a:t>
            </a:r>
          </a:p>
        </p:txBody>
      </p:sp>
    </p:spTree>
    <p:extLst>
      <p:ext uri="{BB962C8B-B14F-4D97-AF65-F5344CB8AC3E}">
        <p14:creationId xmlns:p14="http://schemas.microsoft.com/office/powerpoint/2010/main" val="1725442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A77B85-A21F-4C48-A61D-89C6E7F675E6}"/>
              </a:ext>
            </a:extLst>
          </p:cNvPr>
          <p:cNvSpPr>
            <a:spLocks noGrp="1"/>
          </p:cNvSpPr>
          <p:nvPr>
            <p:ph type="title"/>
          </p:nvPr>
        </p:nvSpPr>
        <p:spPr/>
        <p:txBody>
          <a:bodyPr/>
          <a:lstStyle/>
          <a:p>
            <a:r>
              <a:rPr lang="en-US" altLang="en-US" dirty="0"/>
              <a:t>Type 2: Discontinuous Integrands </a:t>
            </a:r>
            <a:r>
              <a:rPr lang="en-US" altLang="en-US" sz="2400" b="0" dirty="0"/>
              <a:t>(2 of 4)</a:t>
            </a:r>
            <a:endParaRPr lang="en-IN" dirty="0"/>
          </a:p>
        </p:txBody>
      </p:sp>
      <p:sp>
        <p:nvSpPr>
          <p:cNvPr id="3" name="Content Placeholder 2">
            <a:extLst>
              <a:ext uri="{FF2B5EF4-FFF2-40B4-BE49-F238E27FC236}">
                <a16:creationId xmlns="" xmlns:a16="http://schemas.microsoft.com/office/drawing/2014/main" id="{833650D0-151F-4D1E-9715-21481BBCE4F7}"/>
              </a:ext>
            </a:extLst>
          </p:cNvPr>
          <p:cNvSpPr>
            <a:spLocks noGrp="1"/>
          </p:cNvSpPr>
          <p:nvPr>
            <p:ph sz="quarter" idx="23"/>
          </p:nvPr>
        </p:nvSpPr>
        <p:spPr>
          <a:xfrm>
            <a:off x="736600" y="1289050"/>
            <a:ext cx="7671904" cy="352427"/>
          </a:xfrm>
        </p:spPr>
        <p:txBody>
          <a:bodyPr/>
          <a:lstStyle/>
          <a:p>
            <a:r>
              <a:rPr lang="en-US" altLang="en-US" dirty="0"/>
              <a:t>If it happens that </a:t>
            </a:r>
            <a:r>
              <a:rPr lang="en-US" altLang="en-US" i="1" dirty="0"/>
              <a:t>A</a:t>
            </a:r>
            <a:r>
              <a:rPr lang="en-US" altLang="en-US" dirty="0"/>
              <a:t>(</a:t>
            </a:r>
            <a:r>
              <a:rPr lang="en-US" altLang="en-US" i="1" dirty="0"/>
              <a:t>t</a:t>
            </a:r>
            <a:r>
              <a:rPr lang="en-US" altLang="en-US" dirty="0"/>
              <a:t>) approaches a definite number </a:t>
            </a:r>
            <a:r>
              <a:rPr lang="en-US" altLang="en-US" i="1" dirty="0"/>
              <a:t>A </a:t>
            </a:r>
            <a:r>
              <a:rPr lang="en-US" altLang="en-US" dirty="0"/>
              <a:t>as</a:t>
            </a:r>
            <a:endParaRPr lang="en-IN" dirty="0"/>
          </a:p>
        </p:txBody>
      </p:sp>
      <p:graphicFrame>
        <p:nvGraphicFramePr>
          <p:cNvPr id="12" name="Content Placeholder 11" descr="(t right arrow (b^negative))">
            <a:extLst>
              <a:ext uri="{FF2B5EF4-FFF2-40B4-BE49-F238E27FC236}">
                <a16:creationId xmlns="" xmlns:a16="http://schemas.microsoft.com/office/drawing/2014/main" id="{94B44455-FE02-4AF1-8595-50C145612B65}"/>
              </a:ext>
            </a:extLst>
          </p:cNvPr>
          <p:cNvGraphicFramePr>
            <a:graphicFrameLocks noGrp="1" noChangeAspect="1"/>
          </p:cNvGraphicFramePr>
          <p:nvPr>
            <p:ph sz="quarter" idx="24"/>
            <p:extLst>
              <p:ext uri="{D42A27DB-BD31-4B8C-83A1-F6EECF244321}">
                <p14:modId xmlns:p14="http://schemas.microsoft.com/office/powerpoint/2010/main" val="1346527284"/>
              </p:ext>
            </p:extLst>
          </p:nvPr>
        </p:nvGraphicFramePr>
        <p:xfrm>
          <a:off x="8459708" y="1254504"/>
          <a:ext cx="991175" cy="396470"/>
        </p:xfrm>
        <a:graphic>
          <a:graphicData uri="http://schemas.openxmlformats.org/presentationml/2006/ole">
            <mc:AlternateContent xmlns:mc="http://schemas.openxmlformats.org/markup-compatibility/2006">
              <mc:Choice xmlns:v="urn:schemas-microsoft-com:vml" Requires="v">
                <p:oleObj spid="_x0000_s695407" name="Equation" r:id="rId3" imgW="952200" imgH="380880" progId="Equation.DSMT4">
                  <p:embed/>
                </p:oleObj>
              </mc:Choice>
              <mc:Fallback>
                <p:oleObj name="Equation" r:id="rId3" imgW="952200" imgH="380880" progId="Equation.DSMT4">
                  <p:embed/>
                  <p:pic>
                    <p:nvPicPr>
                      <p:cNvPr id="11" name="Object 10">
                        <a:extLst>
                          <a:ext uri="{FF2B5EF4-FFF2-40B4-BE49-F238E27FC236}">
                            <a16:creationId xmlns="" xmlns:a16="http://schemas.microsoft.com/office/drawing/2014/main" id="{D0073837-2791-4BAF-A90E-6AFC86403AA8}"/>
                          </a:ext>
                        </a:extLst>
                      </p:cNvPr>
                      <p:cNvPicPr/>
                      <p:nvPr/>
                    </p:nvPicPr>
                    <p:blipFill>
                      <a:blip r:embed="rId4"/>
                      <a:stretch>
                        <a:fillRect/>
                      </a:stretch>
                    </p:blipFill>
                    <p:spPr>
                      <a:xfrm>
                        <a:off x="8459708" y="1254504"/>
                        <a:ext cx="991175" cy="396470"/>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E11B5C54-CC78-448E-84F4-99C213BE4764}"/>
              </a:ext>
            </a:extLst>
          </p:cNvPr>
          <p:cNvSpPr>
            <a:spLocks noGrp="1"/>
          </p:cNvSpPr>
          <p:nvPr>
            <p:ph sz="quarter" idx="25"/>
          </p:nvPr>
        </p:nvSpPr>
        <p:spPr>
          <a:xfrm>
            <a:off x="9531903" y="1321873"/>
            <a:ext cx="1827696" cy="349421"/>
          </a:xfrm>
        </p:spPr>
        <p:txBody>
          <a:bodyPr/>
          <a:lstStyle/>
          <a:p>
            <a:r>
              <a:rPr lang="en-US" altLang="en-US" dirty="0"/>
              <a:t>then we say</a:t>
            </a:r>
            <a:endParaRPr lang="en-IN" dirty="0"/>
          </a:p>
        </p:txBody>
      </p:sp>
      <p:sp>
        <p:nvSpPr>
          <p:cNvPr id="13" name="Content Placeholder 12">
            <a:extLst>
              <a:ext uri="{FF2B5EF4-FFF2-40B4-BE49-F238E27FC236}">
                <a16:creationId xmlns="" xmlns:a16="http://schemas.microsoft.com/office/drawing/2014/main" id="{F18DB2C6-FC3B-4DBC-B608-198A44900D1F}"/>
              </a:ext>
            </a:extLst>
          </p:cNvPr>
          <p:cNvSpPr>
            <a:spLocks noGrp="1"/>
          </p:cNvSpPr>
          <p:nvPr>
            <p:ph sz="quarter" idx="26"/>
          </p:nvPr>
        </p:nvSpPr>
        <p:spPr>
          <a:xfrm>
            <a:off x="736600" y="1763716"/>
            <a:ext cx="6250609" cy="349421"/>
          </a:xfrm>
        </p:spPr>
        <p:txBody>
          <a:bodyPr/>
          <a:lstStyle/>
          <a:p>
            <a:r>
              <a:rPr lang="en-US" altLang="en-US" dirty="0"/>
              <a:t>that the area of the region </a:t>
            </a:r>
            <a:r>
              <a:rPr lang="en-US" altLang="en-US" i="1" dirty="0"/>
              <a:t>S</a:t>
            </a:r>
            <a:r>
              <a:rPr lang="en-US" altLang="en-US" dirty="0"/>
              <a:t> is </a:t>
            </a:r>
            <a:r>
              <a:rPr lang="en-US" altLang="en-US" i="1" dirty="0"/>
              <a:t>A</a:t>
            </a:r>
            <a:r>
              <a:rPr lang="en-US" altLang="en-US" dirty="0"/>
              <a:t> and we write</a:t>
            </a:r>
            <a:endParaRPr lang="en-IN" dirty="0"/>
          </a:p>
        </p:txBody>
      </p:sp>
      <p:graphicFrame>
        <p:nvGraphicFramePr>
          <p:cNvPr id="19" name="Content Placeholder 18" descr="int_a^b (f(x) d x) = lim_(t right arrow b^negative) (int_a^t (f(x) d x))&#10;">
            <a:extLst>
              <a:ext uri="{FF2B5EF4-FFF2-40B4-BE49-F238E27FC236}">
                <a16:creationId xmlns="" xmlns:a16="http://schemas.microsoft.com/office/drawing/2014/main" id="{4DB50999-B3EE-4B37-8ED9-692AC1DEAFF1}"/>
              </a:ext>
            </a:extLst>
          </p:cNvPr>
          <p:cNvGraphicFramePr>
            <a:graphicFrameLocks noGrp="1" noChangeAspect="1"/>
          </p:cNvGraphicFramePr>
          <p:nvPr>
            <p:ph sz="quarter" idx="27"/>
            <p:extLst>
              <p:ext uri="{D42A27DB-BD31-4B8C-83A1-F6EECF244321}">
                <p14:modId xmlns:p14="http://schemas.microsoft.com/office/powerpoint/2010/main" val="4142587248"/>
              </p:ext>
            </p:extLst>
          </p:nvPr>
        </p:nvGraphicFramePr>
        <p:xfrm>
          <a:off x="4562786" y="2379058"/>
          <a:ext cx="3543505" cy="662717"/>
        </p:xfrm>
        <a:graphic>
          <a:graphicData uri="http://schemas.openxmlformats.org/presentationml/2006/ole">
            <mc:AlternateContent xmlns:mc="http://schemas.openxmlformats.org/markup-compatibility/2006">
              <mc:Choice xmlns:v="urn:schemas-microsoft-com:vml" Requires="v">
                <p:oleObj spid="_x0000_s695408" name="Equation" r:id="rId5" imgW="3327120" imgH="622080" progId="Equation.DSMT4">
                  <p:embed/>
                </p:oleObj>
              </mc:Choice>
              <mc:Fallback>
                <p:oleObj name="Equation" r:id="rId5" imgW="3327120" imgH="622080" progId="Equation.DSMT4">
                  <p:embed/>
                  <p:pic>
                    <p:nvPicPr>
                      <p:cNvPr id="18" name="Object 17">
                        <a:extLst>
                          <a:ext uri="{FF2B5EF4-FFF2-40B4-BE49-F238E27FC236}">
                            <a16:creationId xmlns="" xmlns:a16="http://schemas.microsoft.com/office/drawing/2014/main" id="{E95261B3-8157-4145-9713-497C6DC094EA}"/>
                          </a:ext>
                        </a:extLst>
                      </p:cNvPr>
                      <p:cNvPicPr/>
                      <p:nvPr/>
                    </p:nvPicPr>
                    <p:blipFill>
                      <a:blip r:embed="rId6"/>
                      <a:stretch>
                        <a:fillRect/>
                      </a:stretch>
                    </p:blipFill>
                    <p:spPr>
                      <a:xfrm>
                        <a:off x="4562786" y="2379058"/>
                        <a:ext cx="3543505" cy="662717"/>
                      </a:xfrm>
                      <a:prstGeom prst="rect">
                        <a:avLst/>
                      </a:prstGeom>
                    </p:spPr>
                  </p:pic>
                </p:oleObj>
              </mc:Fallback>
            </mc:AlternateContent>
          </a:graphicData>
        </a:graphic>
      </p:graphicFrame>
      <p:sp>
        <p:nvSpPr>
          <p:cNvPr id="15" name="Content Placeholder 14">
            <a:extLst>
              <a:ext uri="{FF2B5EF4-FFF2-40B4-BE49-F238E27FC236}">
                <a16:creationId xmlns="" xmlns:a16="http://schemas.microsoft.com/office/drawing/2014/main" id="{14E64F9C-FC19-49C8-A49B-A97F0EC7CB22}"/>
              </a:ext>
            </a:extLst>
          </p:cNvPr>
          <p:cNvSpPr>
            <a:spLocks noGrp="1"/>
          </p:cNvSpPr>
          <p:nvPr>
            <p:ph sz="quarter" idx="28"/>
          </p:nvPr>
        </p:nvSpPr>
        <p:spPr>
          <a:xfrm>
            <a:off x="736600" y="3429001"/>
            <a:ext cx="10712450" cy="745434"/>
          </a:xfrm>
        </p:spPr>
        <p:txBody>
          <a:bodyPr/>
          <a:lstStyle/>
          <a:p>
            <a:r>
              <a:rPr lang="en-US" altLang="en-US" dirty="0"/>
              <a:t>We use this equation to define an improper integral of Type 2 even when </a:t>
            </a:r>
            <a:r>
              <a:rPr lang="en-US" altLang="en-US" i="1" dirty="0"/>
              <a:t>f</a:t>
            </a:r>
            <a:r>
              <a:rPr lang="en-US" altLang="en-US" dirty="0"/>
              <a:t> is not a positive function, no matter what type of discontinuity </a:t>
            </a:r>
            <a:r>
              <a:rPr lang="en-US" altLang="en-US" i="1" dirty="0"/>
              <a:t>f </a:t>
            </a:r>
            <a:r>
              <a:rPr lang="en-US" altLang="en-US" dirty="0"/>
              <a:t>has at </a:t>
            </a:r>
            <a:r>
              <a:rPr lang="en-US" altLang="en-US" i="1" dirty="0"/>
              <a:t>b</a:t>
            </a:r>
            <a:r>
              <a:rPr lang="en-US" altLang="en-US" dirty="0"/>
              <a:t>.</a:t>
            </a:r>
          </a:p>
        </p:txBody>
      </p:sp>
    </p:spTree>
    <p:extLst>
      <p:ext uri="{BB962C8B-B14F-4D97-AF65-F5344CB8AC3E}">
        <p14:creationId xmlns:p14="http://schemas.microsoft.com/office/powerpoint/2010/main" val="27734794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4AFC2D-76BF-476E-ACD5-23F8510CD3C1}"/>
              </a:ext>
            </a:extLst>
          </p:cNvPr>
          <p:cNvSpPr>
            <a:spLocks noGrp="1"/>
          </p:cNvSpPr>
          <p:nvPr>
            <p:ph type="title"/>
          </p:nvPr>
        </p:nvSpPr>
        <p:spPr>
          <a:xfrm>
            <a:off x="838200" y="365126"/>
            <a:ext cx="10515600" cy="606564"/>
          </a:xfrm>
        </p:spPr>
        <p:txBody>
          <a:bodyPr/>
          <a:lstStyle/>
          <a:p>
            <a:r>
              <a:rPr lang="en-US" altLang="en-US" dirty="0"/>
              <a:t>Type 2: Discontinuous Integrands </a:t>
            </a:r>
            <a:r>
              <a:rPr lang="en-US" altLang="en-US" sz="2400" b="0" dirty="0"/>
              <a:t>(3 of 4)</a:t>
            </a:r>
            <a:endParaRPr lang="en-IN" dirty="0"/>
          </a:p>
        </p:txBody>
      </p:sp>
      <p:sp>
        <p:nvSpPr>
          <p:cNvPr id="3" name="Content Placeholder 2">
            <a:extLst>
              <a:ext uri="{FF2B5EF4-FFF2-40B4-BE49-F238E27FC236}">
                <a16:creationId xmlns="" xmlns:a16="http://schemas.microsoft.com/office/drawing/2014/main" id="{FAED8417-1064-474C-9CB4-10C8002B53C2}"/>
              </a:ext>
            </a:extLst>
          </p:cNvPr>
          <p:cNvSpPr>
            <a:spLocks noGrp="1"/>
          </p:cNvSpPr>
          <p:nvPr>
            <p:ph sz="quarter" idx="23"/>
          </p:nvPr>
        </p:nvSpPr>
        <p:spPr>
          <a:xfrm>
            <a:off x="736600" y="1289049"/>
            <a:ext cx="10706100" cy="370721"/>
          </a:xfrm>
        </p:spPr>
        <p:txBody>
          <a:bodyPr/>
          <a:lstStyle/>
          <a:p>
            <a:r>
              <a:rPr lang="en-IN" b="1" dirty="0">
                <a:solidFill>
                  <a:srgbClr val="0000A3"/>
                </a:solidFill>
              </a:rPr>
              <a:t>3 Definition of an Improper Integral of Type 2</a:t>
            </a:r>
          </a:p>
        </p:txBody>
      </p:sp>
      <p:sp>
        <p:nvSpPr>
          <p:cNvPr id="4" name="Content Placeholder 3">
            <a:extLst>
              <a:ext uri="{FF2B5EF4-FFF2-40B4-BE49-F238E27FC236}">
                <a16:creationId xmlns="" xmlns:a16="http://schemas.microsoft.com/office/drawing/2014/main" id="{18D27D01-BC5E-439A-A4A7-5D8C6DDAA8A1}"/>
              </a:ext>
            </a:extLst>
          </p:cNvPr>
          <p:cNvSpPr>
            <a:spLocks noGrp="1"/>
          </p:cNvSpPr>
          <p:nvPr>
            <p:ph sz="quarter" idx="24"/>
          </p:nvPr>
        </p:nvSpPr>
        <p:spPr>
          <a:xfrm>
            <a:off x="742950" y="1926920"/>
            <a:ext cx="3212824" cy="359079"/>
          </a:xfrm>
        </p:spPr>
        <p:txBody>
          <a:bodyPr/>
          <a:lstStyle/>
          <a:p>
            <a:r>
              <a:rPr lang="en-US" dirty="0"/>
              <a:t>(a) If </a:t>
            </a:r>
            <a:r>
              <a:rPr lang="en-IN" i="1" dirty="0"/>
              <a:t>f</a:t>
            </a:r>
            <a:r>
              <a:rPr lang="en-IN" dirty="0"/>
              <a:t> is continuous on</a:t>
            </a:r>
          </a:p>
        </p:txBody>
      </p:sp>
      <p:graphicFrame>
        <p:nvGraphicFramePr>
          <p:cNvPr id="20" name="Content Placeholder 19" descr="[a, b) ">
            <a:extLst>
              <a:ext uri="{FF2B5EF4-FFF2-40B4-BE49-F238E27FC236}">
                <a16:creationId xmlns="" xmlns:a16="http://schemas.microsoft.com/office/drawing/2014/main" id="{9CAED824-F383-42D7-BED8-843CE09733AF}"/>
              </a:ext>
            </a:extLst>
          </p:cNvPr>
          <p:cNvGraphicFramePr>
            <a:graphicFrameLocks noGrp="1" noChangeAspect="1"/>
          </p:cNvGraphicFramePr>
          <p:nvPr>
            <p:ph sz="quarter" idx="25"/>
            <p:extLst>
              <p:ext uri="{D42A27DB-BD31-4B8C-83A1-F6EECF244321}">
                <p14:modId xmlns:p14="http://schemas.microsoft.com/office/powerpoint/2010/main" val="2865362616"/>
              </p:ext>
            </p:extLst>
          </p:nvPr>
        </p:nvGraphicFramePr>
        <p:xfrm>
          <a:off x="3885485" y="1903916"/>
          <a:ext cx="724532" cy="404171"/>
        </p:xfrm>
        <a:graphic>
          <a:graphicData uri="http://schemas.openxmlformats.org/presentationml/2006/ole">
            <mc:AlternateContent xmlns:mc="http://schemas.openxmlformats.org/markup-compatibility/2006">
              <mc:Choice xmlns:v="urn:schemas-microsoft-com:vml" Requires="v">
                <p:oleObj spid="_x0000_s696534" name="Equation" r:id="rId3" imgW="774360" imgH="431640" progId="Equation.DSMT4">
                  <p:embed/>
                </p:oleObj>
              </mc:Choice>
              <mc:Fallback>
                <p:oleObj name="Equation" r:id="rId3" imgW="774360" imgH="431640" progId="Equation.DSMT4">
                  <p:embed/>
                  <p:pic>
                    <p:nvPicPr>
                      <p:cNvPr id="20" name="Content Placeholder 19">
                        <a:extLst>
                          <a:ext uri="{FF2B5EF4-FFF2-40B4-BE49-F238E27FC236}">
                            <a16:creationId xmlns="" xmlns:a16="http://schemas.microsoft.com/office/drawing/2014/main" id="{9CAED824-F383-42D7-BED8-843CE09733AF}"/>
                          </a:ext>
                        </a:extLst>
                      </p:cNvPr>
                      <p:cNvPicPr/>
                      <p:nvPr/>
                    </p:nvPicPr>
                    <p:blipFill>
                      <a:blip r:embed="rId4"/>
                      <a:stretch>
                        <a:fillRect/>
                      </a:stretch>
                    </p:blipFill>
                    <p:spPr>
                      <a:xfrm>
                        <a:off x="3885485" y="1903916"/>
                        <a:ext cx="724532" cy="404171"/>
                      </a:xfrm>
                      <a:prstGeom prst="rect">
                        <a:avLst/>
                      </a:prstGeom>
                    </p:spPr>
                  </p:pic>
                </p:oleObj>
              </mc:Fallback>
            </mc:AlternateContent>
          </a:graphicData>
        </a:graphic>
      </p:graphicFrame>
      <p:sp>
        <p:nvSpPr>
          <p:cNvPr id="6" name="Content Placeholder 5">
            <a:extLst>
              <a:ext uri="{FF2B5EF4-FFF2-40B4-BE49-F238E27FC236}">
                <a16:creationId xmlns="" xmlns:a16="http://schemas.microsoft.com/office/drawing/2014/main" id="{4CBACFAF-C04E-4EAF-AD40-6FACC7CB6B0C}"/>
              </a:ext>
            </a:extLst>
          </p:cNvPr>
          <p:cNvSpPr>
            <a:spLocks noGrp="1"/>
          </p:cNvSpPr>
          <p:nvPr>
            <p:ph sz="quarter" idx="26"/>
          </p:nvPr>
        </p:nvSpPr>
        <p:spPr>
          <a:xfrm>
            <a:off x="4671392" y="1929737"/>
            <a:ext cx="4273827" cy="359079"/>
          </a:xfrm>
        </p:spPr>
        <p:txBody>
          <a:bodyPr/>
          <a:lstStyle/>
          <a:p>
            <a:r>
              <a:rPr lang="en-IN" dirty="0"/>
              <a:t>and is discontinuous at </a:t>
            </a:r>
            <a:r>
              <a:rPr lang="en-IN" i="1" dirty="0"/>
              <a:t>b</a:t>
            </a:r>
            <a:r>
              <a:rPr lang="en-IN" dirty="0"/>
              <a:t>, then</a:t>
            </a:r>
          </a:p>
        </p:txBody>
      </p:sp>
      <p:graphicFrame>
        <p:nvGraphicFramePr>
          <p:cNvPr id="22" name="Content Placeholder 21" descr="int_a^b (f(x) d x) = lim_(t right arrow b^negative) (int_a^t (f(x) d x))">
            <a:extLst>
              <a:ext uri="{FF2B5EF4-FFF2-40B4-BE49-F238E27FC236}">
                <a16:creationId xmlns="" xmlns:a16="http://schemas.microsoft.com/office/drawing/2014/main" id="{8325EDDE-FCE1-49D8-9823-A60315D361C8}"/>
              </a:ext>
            </a:extLst>
          </p:cNvPr>
          <p:cNvGraphicFramePr>
            <a:graphicFrameLocks noGrp="1" noChangeAspect="1"/>
          </p:cNvGraphicFramePr>
          <p:nvPr>
            <p:ph sz="quarter" idx="27"/>
            <p:extLst>
              <p:ext uri="{D42A27DB-BD31-4B8C-83A1-F6EECF244321}">
                <p14:modId xmlns:p14="http://schemas.microsoft.com/office/powerpoint/2010/main" val="2888787965"/>
              </p:ext>
            </p:extLst>
          </p:nvPr>
        </p:nvGraphicFramePr>
        <p:xfrm>
          <a:off x="4338638" y="2706688"/>
          <a:ext cx="3116262" cy="587375"/>
        </p:xfrm>
        <a:graphic>
          <a:graphicData uri="http://schemas.openxmlformats.org/presentationml/2006/ole">
            <mc:AlternateContent xmlns:mc="http://schemas.openxmlformats.org/markup-compatibility/2006">
              <mc:Choice xmlns:v="urn:schemas-microsoft-com:vml" Requires="v">
                <p:oleObj spid="_x0000_s696535" name="Equation" r:id="rId5" imgW="3301920" imgH="622080" progId="Equation.DSMT4">
                  <p:embed/>
                </p:oleObj>
              </mc:Choice>
              <mc:Fallback>
                <p:oleObj name="Equation" r:id="rId5" imgW="3301920" imgH="622080" progId="Equation.DSMT4">
                  <p:embed/>
                  <p:pic>
                    <p:nvPicPr>
                      <p:cNvPr id="22" name="Content Placeholder 21">
                        <a:extLst>
                          <a:ext uri="{FF2B5EF4-FFF2-40B4-BE49-F238E27FC236}">
                            <a16:creationId xmlns="" xmlns:a16="http://schemas.microsoft.com/office/drawing/2014/main" id="{8325EDDE-FCE1-49D8-9823-A60315D361C8}"/>
                          </a:ext>
                        </a:extLst>
                      </p:cNvPr>
                      <p:cNvPicPr/>
                      <p:nvPr/>
                    </p:nvPicPr>
                    <p:blipFill>
                      <a:blip r:embed="rId6"/>
                      <a:stretch>
                        <a:fillRect/>
                      </a:stretch>
                    </p:blipFill>
                    <p:spPr>
                      <a:xfrm>
                        <a:off x="4338638" y="2706688"/>
                        <a:ext cx="3116262" cy="587375"/>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3EDAA350-89D2-4D98-BEE9-9500CF692D07}"/>
              </a:ext>
            </a:extLst>
          </p:cNvPr>
          <p:cNvSpPr>
            <a:spLocks noGrp="1"/>
          </p:cNvSpPr>
          <p:nvPr>
            <p:ph sz="quarter" idx="28"/>
          </p:nvPr>
        </p:nvSpPr>
        <p:spPr>
          <a:xfrm>
            <a:off x="1192696" y="3611423"/>
            <a:ext cx="5108714" cy="326683"/>
          </a:xfrm>
        </p:spPr>
        <p:txBody>
          <a:bodyPr/>
          <a:lstStyle/>
          <a:p>
            <a:r>
              <a:rPr lang="en-IN" dirty="0"/>
              <a:t>if this limit exists (as a finite number).</a:t>
            </a:r>
          </a:p>
        </p:txBody>
      </p:sp>
      <p:sp>
        <p:nvSpPr>
          <p:cNvPr id="9" name="Content Placeholder 8">
            <a:extLst>
              <a:ext uri="{FF2B5EF4-FFF2-40B4-BE49-F238E27FC236}">
                <a16:creationId xmlns="" xmlns:a16="http://schemas.microsoft.com/office/drawing/2014/main" id="{EBDAC5B9-866D-42A3-B08E-60F5686C3EA5}"/>
              </a:ext>
            </a:extLst>
          </p:cNvPr>
          <p:cNvSpPr>
            <a:spLocks noGrp="1"/>
          </p:cNvSpPr>
          <p:nvPr>
            <p:ph sz="quarter" idx="29"/>
          </p:nvPr>
        </p:nvSpPr>
        <p:spPr>
          <a:xfrm>
            <a:off x="736599" y="4296685"/>
            <a:ext cx="3141801" cy="367186"/>
          </a:xfrm>
        </p:spPr>
        <p:txBody>
          <a:bodyPr/>
          <a:lstStyle/>
          <a:p>
            <a:r>
              <a:rPr lang="en-US" dirty="0"/>
              <a:t>(b) If </a:t>
            </a:r>
            <a:r>
              <a:rPr lang="en-IN" i="1" dirty="0"/>
              <a:t>f</a:t>
            </a:r>
            <a:r>
              <a:rPr lang="en-IN" dirty="0"/>
              <a:t> is continuous on</a:t>
            </a:r>
          </a:p>
        </p:txBody>
      </p:sp>
      <p:graphicFrame>
        <p:nvGraphicFramePr>
          <p:cNvPr id="24" name="Content Placeholder 23" descr="(a, b]">
            <a:extLst>
              <a:ext uri="{FF2B5EF4-FFF2-40B4-BE49-F238E27FC236}">
                <a16:creationId xmlns="" xmlns:a16="http://schemas.microsoft.com/office/drawing/2014/main" id="{30587701-DFD2-4A67-AD2F-8F95019A93DB}"/>
              </a:ext>
            </a:extLst>
          </p:cNvPr>
          <p:cNvGraphicFramePr>
            <a:graphicFrameLocks noGrp="1" noChangeAspect="1"/>
          </p:cNvGraphicFramePr>
          <p:nvPr>
            <p:ph sz="quarter" idx="30"/>
            <p:extLst>
              <p:ext uri="{D42A27DB-BD31-4B8C-83A1-F6EECF244321}">
                <p14:modId xmlns:p14="http://schemas.microsoft.com/office/powerpoint/2010/main" val="1101369938"/>
              </p:ext>
            </p:extLst>
          </p:nvPr>
        </p:nvGraphicFramePr>
        <p:xfrm>
          <a:off x="3888723" y="4286704"/>
          <a:ext cx="703107" cy="391827"/>
        </p:xfrm>
        <a:graphic>
          <a:graphicData uri="http://schemas.openxmlformats.org/presentationml/2006/ole">
            <mc:AlternateContent xmlns:mc="http://schemas.openxmlformats.org/markup-compatibility/2006">
              <mc:Choice xmlns:v="urn:schemas-microsoft-com:vml" Requires="v">
                <p:oleObj spid="_x0000_s696536" name="Equation" r:id="rId7" imgW="774360" imgH="431640" progId="Equation.DSMT4">
                  <p:embed/>
                </p:oleObj>
              </mc:Choice>
              <mc:Fallback>
                <p:oleObj name="Equation" r:id="rId7" imgW="774360" imgH="431640" progId="Equation.DSMT4">
                  <p:embed/>
                  <p:pic>
                    <p:nvPicPr>
                      <p:cNvPr id="24" name="Content Placeholder 23">
                        <a:extLst>
                          <a:ext uri="{FF2B5EF4-FFF2-40B4-BE49-F238E27FC236}">
                            <a16:creationId xmlns="" xmlns:a16="http://schemas.microsoft.com/office/drawing/2014/main" id="{30587701-DFD2-4A67-AD2F-8F95019A93DB}"/>
                          </a:ext>
                        </a:extLst>
                      </p:cNvPr>
                      <p:cNvPicPr/>
                      <p:nvPr/>
                    </p:nvPicPr>
                    <p:blipFill>
                      <a:blip r:embed="rId8"/>
                      <a:stretch>
                        <a:fillRect/>
                      </a:stretch>
                    </p:blipFill>
                    <p:spPr>
                      <a:xfrm>
                        <a:off x="3888723" y="4286704"/>
                        <a:ext cx="703107" cy="391827"/>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02E1A14E-4015-436C-9287-B4A053D13EB2}"/>
              </a:ext>
            </a:extLst>
          </p:cNvPr>
          <p:cNvSpPr>
            <a:spLocks noGrp="1"/>
          </p:cNvSpPr>
          <p:nvPr>
            <p:ph sz="quarter" idx="31"/>
          </p:nvPr>
        </p:nvSpPr>
        <p:spPr>
          <a:xfrm>
            <a:off x="4641575" y="4315111"/>
            <a:ext cx="4949688" cy="341821"/>
          </a:xfrm>
        </p:spPr>
        <p:txBody>
          <a:bodyPr/>
          <a:lstStyle/>
          <a:p>
            <a:r>
              <a:rPr lang="en-IN" dirty="0"/>
              <a:t>and is discontinuous at </a:t>
            </a:r>
            <a:r>
              <a:rPr lang="en-IN" i="1" dirty="0"/>
              <a:t>a</a:t>
            </a:r>
            <a:r>
              <a:rPr lang="en-IN" dirty="0"/>
              <a:t>, then</a:t>
            </a:r>
          </a:p>
        </p:txBody>
      </p:sp>
      <p:graphicFrame>
        <p:nvGraphicFramePr>
          <p:cNvPr id="26" name="Content Placeholder 25" descr="int_a^b (f(x) d x) = lim_(t right arrow a^+) (int_t^b (f(x) d x))">
            <a:extLst>
              <a:ext uri="{FF2B5EF4-FFF2-40B4-BE49-F238E27FC236}">
                <a16:creationId xmlns="" xmlns:a16="http://schemas.microsoft.com/office/drawing/2014/main" id="{1644294E-31ED-4135-9C1F-DC8CA425A9D4}"/>
              </a:ext>
            </a:extLst>
          </p:cNvPr>
          <p:cNvGraphicFramePr>
            <a:graphicFrameLocks noGrp="1" noChangeAspect="1"/>
          </p:cNvGraphicFramePr>
          <p:nvPr>
            <p:ph sz="quarter" idx="32"/>
            <p:extLst>
              <p:ext uri="{D42A27DB-BD31-4B8C-83A1-F6EECF244321}">
                <p14:modId xmlns:p14="http://schemas.microsoft.com/office/powerpoint/2010/main" val="3583447910"/>
              </p:ext>
            </p:extLst>
          </p:nvPr>
        </p:nvGraphicFramePr>
        <p:xfrm>
          <a:off x="4541424" y="4924082"/>
          <a:ext cx="3195637" cy="595312"/>
        </p:xfrm>
        <a:graphic>
          <a:graphicData uri="http://schemas.openxmlformats.org/presentationml/2006/ole">
            <mc:AlternateContent xmlns:mc="http://schemas.openxmlformats.org/markup-compatibility/2006">
              <mc:Choice xmlns:v="urn:schemas-microsoft-com:vml" Requires="v">
                <p:oleObj spid="_x0000_s696537" name="Equation" r:id="rId9" imgW="3340080" imgH="622080" progId="Equation.DSMT4">
                  <p:embed/>
                </p:oleObj>
              </mc:Choice>
              <mc:Fallback>
                <p:oleObj name="Equation" r:id="rId9" imgW="3340080" imgH="622080" progId="Equation.DSMT4">
                  <p:embed/>
                  <p:pic>
                    <p:nvPicPr>
                      <p:cNvPr id="26" name="Content Placeholder 25">
                        <a:extLst>
                          <a:ext uri="{FF2B5EF4-FFF2-40B4-BE49-F238E27FC236}">
                            <a16:creationId xmlns="" xmlns:a16="http://schemas.microsoft.com/office/drawing/2014/main" id="{1644294E-31ED-4135-9C1F-DC8CA425A9D4}"/>
                          </a:ext>
                        </a:extLst>
                      </p:cNvPr>
                      <p:cNvPicPr/>
                      <p:nvPr/>
                    </p:nvPicPr>
                    <p:blipFill>
                      <a:blip r:embed="rId10"/>
                      <a:stretch>
                        <a:fillRect/>
                      </a:stretch>
                    </p:blipFill>
                    <p:spPr>
                      <a:xfrm>
                        <a:off x="4541424" y="4924082"/>
                        <a:ext cx="3195637" cy="595312"/>
                      </a:xfrm>
                      <a:prstGeom prst="rect">
                        <a:avLst/>
                      </a:prstGeom>
                    </p:spPr>
                  </p:pic>
                </p:oleObj>
              </mc:Fallback>
            </mc:AlternateContent>
          </a:graphicData>
        </a:graphic>
      </p:graphicFrame>
      <p:sp>
        <p:nvSpPr>
          <p:cNvPr id="13" name="Content Placeholder 12">
            <a:extLst>
              <a:ext uri="{FF2B5EF4-FFF2-40B4-BE49-F238E27FC236}">
                <a16:creationId xmlns="" xmlns:a16="http://schemas.microsoft.com/office/drawing/2014/main" id="{73F94D61-1108-4060-8D7D-F81396A3DB11}"/>
              </a:ext>
            </a:extLst>
          </p:cNvPr>
          <p:cNvSpPr>
            <a:spLocks noGrp="1"/>
          </p:cNvSpPr>
          <p:nvPr>
            <p:ph sz="quarter" idx="33"/>
          </p:nvPr>
        </p:nvSpPr>
        <p:spPr>
          <a:xfrm>
            <a:off x="1192695" y="5766766"/>
            <a:ext cx="4999383" cy="341820"/>
          </a:xfrm>
        </p:spPr>
        <p:txBody>
          <a:bodyPr/>
          <a:lstStyle/>
          <a:p>
            <a:r>
              <a:rPr lang="en-IN" dirty="0"/>
              <a:t>if this limit exists (as a finite number).</a:t>
            </a:r>
          </a:p>
        </p:txBody>
      </p:sp>
    </p:spTree>
    <p:extLst>
      <p:ext uri="{BB962C8B-B14F-4D97-AF65-F5344CB8AC3E}">
        <p14:creationId xmlns:p14="http://schemas.microsoft.com/office/powerpoint/2010/main" val="10572016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F585FC-4B2C-436B-A8B8-A4B2DA411ADC}"/>
              </a:ext>
            </a:extLst>
          </p:cNvPr>
          <p:cNvSpPr>
            <a:spLocks noGrp="1"/>
          </p:cNvSpPr>
          <p:nvPr>
            <p:ph type="title"/>
          </p:nvPr>
        </p:nvSpPr>
        <p:spPr/>
        <p:txBody>
          <a:bodyPr/>
          <a:lstStyle/>
          <a:p>
            <a:r>
              <a:rPr lang="en-US" altLang="en-US" dirty="0"/>
              <a:t>Type 2: Discontinuous Integrands </a:t>
            </a:r>
            <a:r>
              <a:rPr lang="en-US" altLang="en-US" sz="2400" b="0" dirty="0"/>
              <a:t>(4 of 4)</a:t>
            </a:r>
            <a:endParaRPr lang="en-IN" dirty="0"/>
          </a:p>
        </p:txBody>
      </p:sp>
      <p:sp>
        <p:nvSpPr>
          <p:cNvPr id="3" name="Content Placeholder 2">
            <a:extLst>
              <a:ext uri="{FF2B5EF4-FFF2-40B4-BE49-F238E27FC236}">
                <a16:creationId xmlns="" xmlns:a16="http://schemas.microsoft.com/office/drawing/2014/main" id="{50683D4A-5007-4C88-ADB0-217758EF0C01}"/>
              </a:ext>
            </a:extLst>
          </p:cNvPr>
          <p:cNvSpPr>
            <a:spLocks noGrp="1"/>
          </p:cNvSpPr>
          <p:nvPr>
            <p:ph sz="quarter" idx="23"/>
          </p:nvPr>
        </p:nvSpPr>
        <p:spPr>
          <a:xfrm>
            <a:off x="736600" y="1289050"/>
            <a:ext cx="3060148" cy="321089"/>
          </a:xfrm>
        </p:spPr>
        <p:txBody>
          <a:bodyPr/>
          <a:lstStyle/>
          <a:p>
            <a:r>
              <a:rPr lang="en-IN" dirty="0"/>
              <a:t>The improper integral</a:t>
            </a:r>
          </a:p>
        </p:txBody>
      </p:sp>
      <p:graphicFrame>
        <p:nvGraphicFramePr>
          <p:cNvPr id="20" name="Content Placeholder 19" descr="int_a^b (f(x) d x)">
            <a:extLst>
              <a:ext uri="{FF2B5EF4-FFF2-40B4-BE49-F238E27FC236}">
                <a16:creationId xmlns="" xmlns:a16="http://schemas.microsoft.com/office/drawing/2014/main" id="{D2A0E677-46CE-4B4D-ADC1-B610CDAB9A3A}"/>
              </a:ext>
            </a:extLst>
          </p:cNvPr>
          <p:cNvGraphicFramePr>
            <a:graphicFrameLocks noGrp="1" noChangeAspect="1"/>
          </p:cNvGraphicFramePr>
          <p:nvPr>
            <p:ph sz="quarter" idx="24"/>
            <p:extLst>
              <p:ext uri="{D42A27DB-BD31-4B8C-83A1-F6EECF244321}">
                <p14:modId xmlns:p14="http://schemas.microsoft.com/office/powerpoint/2010/main" val="3759348326"/>
              </p:ext>
            </p:extLst>
          </p:nvPr>
        </p:nvGraphicFramePr>
        <p:xfrm>
          <a:off x="3689729" y="1161636"/>
          <a:ext cx="1247775" cy="574675"/>
        </p:xfrm>
        <a:graphic>
          <a:graphicData uri="http://schemas.openxmlformats.org/presentationml/2006/ole">
            <mc:AlternateContent xmlns:mc="http://schemas.openxmlformats.org/markup-compatibility/2006">
              <mc:Choice xmlns:v="urn:schemas-microsoft-com:vml" Requires="v">
                <p:oleObj spid="_x0000_s697505" name="Equation" r:id="rId3" imgW="1295280" imgH="596880" progId="Equation.DSMT4">
                  <p:embed/>
                </p:oleObj>
              </mc:Choice>
              <mc:Fallback>
                <p:oleObj name="Equation" r:id="rId3" imgW="1295280" imgH="596880" progId="Equation.DSMT4">
                  <p:embed/>
                  <p:pic>
                    <p:nvPicPr>
                      <p:cNvPr id="20" name="Content Placeholder 19">
                        <a:extLst>
                          <a:ext uri="{FF2B5EF4-FFF2-40B4-BE49-F238E27FC236}">
                            <a16:creationId xmlns="" xmlns:a16="http://schemas.microsoft.com/office/drawing/2014/main" id="{D2A0E677-46CE-4B4D-ADC1-B610CDAB9A3A}"/>
                          </a:ext>
                        </a:extLst>
                      </p:cNvPr>
                      <p:cNvPicPr/>
                      <p:nvPr/>
                    </p:nvPicPr>
                    <p:blipFill>
                      <a:blip r:embed="rId4"/>
                      <a:stretch>
                        <a:fillRect/>
                      </a:stretch>
                    </p:blipFill>
                    <p:spPr>
                      <a:xfrm>
                        <a:off x="3689729" y="1161636"/>
                        <a:ext cx="1247775" cy="574675"/>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870B0496-C2DB-49D7-B921-23449533DE3E}"/>
              </a:ext>
            </a:extLst>
          </p:cNvPr>
          <p:cNvSpPr>
            <a:spLocks noGrp="1"/>
          </p:cNvSpPr>
          <p:nvPr>
            <p:ph sz="quarter" idx="25"/>
          </p:nvPr>
        </p:nvSpPr>
        <p:spPr>
          <a:xfrm>
            <a:off x="5039142" y="1292780"/>
            <a:ext cx="6296990" cy="317360"/>
          </a:xfrm>
        </p:spPr>
        <p:txBody>
          <a:bodyPr/>
          <a:lstStyle/>
          <a:p>
            <a:r>
              <a:rPr lang="en-IN" dirty="0"/>
              <a:t>is called </a:t>
            </a:r>
            <a:r>
              <a:rPr lang="en-IN" b="1" dirty="0"/>
              <a:t>convergent</a:t>
            </a:r>
            <a:r>
              <a:rPr lang="en-IN" dirty="0"/>
              <a:t> if the corresponding limit</a:t>
            </a:r>
          </a:p>
        </p:txBody>
      </p:sp>
      <p:sp>
        <p:nvSpPr>
          <p:cNvPr id="6" name="Content Placeholder 5">
            <a:extLst>
              <a:ext uri="{FF2B5EF4-FFF2-40B4-BE49-F238E27FC236}">
                <a16:creationId xmlns="" xmlns:a16="http://schemas.microsoft.com/office/drawing/2014/main" id="{91763853-8F4A-4526-95CE-474C6E323E23}"/>
              </a:ext>
            </a:extLst>
          </p:cNvPr>
          <p:cNvSpPr>
            <a:spLocks noGrp="1"/>
          </p:cNvSpPr>
          <p:nvPr>
            <p:ph sz="quarter" idx="26"/>
          </p:nvPr>
        </p:nvSpPr>
        <p:spPr>
          <a:xfrm>
            <a:off x="736600" y="1795235"/>
            <a:ext cx="6856896" cy="323520"/>
          </a:xfrm>
        </p:spPr>
        <p:txBody>
          <a:bodyPr/>
          <a:lstStyle/>
          <a:p>
            <a:r>
              <a:rPr lang="en-IN" dirty="0"/>
              <a:t>exists and </a:t>
            </a:r>
            <a:r>
              <a:rPr lang="en-IN" b="1" dirty="0"/>
              <a:t>divergent</a:t>
            </a:r>
            <a:r>
              <a:rPr lang="en-IN" dirty="0"/>
              <a:t> if the limit does not exist.</a:t>
            </a:r>
          </a:p>
        </p:txBody>
      </p:sp>
      <p:sp>
        <p:nvSpPr>
          <p:cNvPr id="7" name="Content Placeholder 6">
            <a:extLst>
              <a:ext uri="{FF2B5EF4-FFF2-40B4-BE49-F238E27FC236}">
                <a16:creationId xmlns="" xmlns:a16="http://schemas.microsoft.com/office/drawing/2014/main" id="{DD5A008B-39EA-453D-9413-ECD9F0DBA060}"/>
              </a:ext>
            </a:extLst>
          </p:cNvPr>
          <p:cNvSpPr>
            <a:spLocks noGrp="1"/>
          </p:cNvSpPr>
          <p:nvPr>
            <p:ph sz="quarter" idx="27"/>
          </p:nvPr>
        </p:nvSpPr>
        <p:spPr>
          <a:xfrm>
            <a:off x="736600" y="2385639"/>
            <a:ext cx="7618865" cy="323520"/>
          </a:xfrm>
        </p:spPr>
        <p:txBody>
          <a:bodyPr/>
          <a:lstStyle/>
          <a:p>
            <a:r>
              <a:rPr lang="en-IN" dirty="0"/>
              <a:t>(c) If </a:t>
            </a:r>
            <a:r>
              <a:rPr lang="en-IN" i="1" dirty="0"/>
              <a:t>f</a:t>
            </a:r>
            <a:r>
              <a:rPr lang="en-IN" dirty="0"/>
              <a:t> has a discontinuity at </a:t>
            </a:r>
            <a:r>
              <a:rPr lang="en-IN" i="1" dirty="0"/>
              <a:t>c</a:t>
            </a:r>
            <a:r>
              <a:rPr lang="en-IN" dirty="0"/>
              <a:t>, where </a:t>
            </a:r>
            <a:r>
              <a:rPr lang="en-IN" i="1" dirty="0"/>
              <a:t>a</a:t>
            </a:r>
            <a:r>
              <a:rPr lang="en-IN" dirty="0"/>
              <a:t> &lt; </a:t>
            </a:r>
            <a:r>
              <a:rPr lang="en-IN" i="1" dirty="0"/>
              <a:t>c</a:t>
            </a:r>
            <a:r>
              <a:rPr lang="en-IN" dirty="0"/>
              <a:t> &lt; </a:t>
            </a:r>
            <a:r>
              <a:rPr lang="en-IN" i="1" dirty="0"/>
              <a:t>b</a:t>
            </a:r>
            <a:r>
              <a:rPr lang="en-IN" dirty="0"/>
              <a:t>, and both</a:t>
            </a:r>
          </a:p>
        </p:txBody>
      </p:sp>
      <p:graphicFrame>
        <p:nvGraphicFramePr>
          <p:cNvPr id="22" name="Content Placeholder 21" descr="int_a^c (f(x) d x) and int_c^b (f(x) d x)">
            <a:extLst>
              <a:ext uri="{FF2B5EF4-FFF2-40B4-BE49-F238E27FC236}">
                <a16:creationId xmlns="" xmlns:a16="http://schemas.microsoft.com/office/drawing/2014/main" id="{C51CFFCA-C86B-48F9-8FA5-FA725E824E91}"/>
              </a:ext>
            </a:extLst>
          </p:cNvPr>
          <p:cNvGraphicFramePr>
            <a:graphicFrameLocks noGrp="1" noChangeAspect="1"/>
          </p:cNvGraphicFramePr>
          <p:nvPr>
            <p:ph sz="quarter" idx="28"/>
            <p:extLst>
              <p:ext uri="{D42A27DB-BD31-4B8C-83A1-F6EECF244321}">
                <p14:modId xmlns:p14="http://schemas.microsoft.com/office/powerpoint/2010/main" val="3557553014"/>
              </p:ext>
            </p:extLst>
          </p:nvPr>
        </p:nvGraphicFramePr>
        <p:xfrm>
          <a:off x="8370333" y="2232254"/>
          <a:ext cx="3211512" cy="587375"/>
        </p:xfrm>
        <a:graphic>
          <a:graphicData uri="http://schemas.openxmlformats.org/presentationml/2006/ole">
            <mc:AlternateContent xmlns:mc="http://schemas.openxmlformats.org/markup-compatibility/2006">
              <mc:Choice xmlns:v="urn:schemas-microsoft-com:vml" Requires="v">
                <p:oleObj spid="_x0000_s697506" name="Equation" r:id="rId5" imgW="3263760" imgH="596880" progId="Equation.DSMT4">
                  <p:embed/>
                </p:oleObj>
              </mc:Choice>
              <mc:Fallback>
                <p:oleObj name="Equation" r:id="rId5" imgW="3263760" imgH="596880" progId="Equation.DSMT4">
                  <p:embed/>
                  <p:pic>
                    <p:nvPicPr>
                      <p:cNvPr id="22" name="Content Placeholder 21">
                        <a:extLst>
                          <a:ext uri="{FF2B5EF4-FFF2-40B4-BE49-F238E27FC236}">
                            <a16:creationId xmlns="" xmlns:a16="http://schemas.microsoft.com/office/drawing/2014/main" id="{C51CFFCA-C86B-48F9-8FA5-FA725E824E91}"/>
                          </a:ext>
                        </a:extLst>
                      </p:cNvPr>
                      <p:cNvPicPr/>
                      <p:nvPr/>
                    </p:nvPicPr>
                    <p:blipFill>
                      <a:blip r:embed="rId6"/>
                      <a:stretch>
                        <a:fillRect/>
                      </a:stretch>
                    </p:blipFill>
                    <p:spPr>
                      <a:xfrm>
                        <a:off x="8370333" y="2232254"/>
                        <a:ext cx="3211512" cy="587375"/>
                      </a:xfrm>
                      <a:prstGeom prst="rect">
                        <a:avLst/>
                      </a:prstGeom>
                    </p:spPr>
                  </p:pic>
                </p:oleObj>
              </mc:Fallback>
            </mc:AlternateContent>
          </a:graphicData>
        </a:graphic>
      </p:graphicFrame>
      <p:sp>
        <p:nvSpPr>
          <p:cNvPr id="9" name="Content Placeholder 8">
            <a:extLst>
              <a:ext uri="{FF2B5EF4-FFF2-40B4-BE49-F238E27FC236}">
                <a16:creationId xmlns="" xmlns:a16="http://schemas.microsoft.com/office/drawing/2014/main" id="{791CD03A-3C84-4143-834B-B56E892B37FD}"/>
              </a:ext>
            </a:extLst>
          </p:cNvPr>
          <p:cNvSpPr>
            <a:spLocks noGrp="1"/>
          </p:cNvSpPr>
          <p:nvPr>
            <p:ph sz="quarter" idx="29"/>
          </p:nvPr>
        </p:nvSpPr>
        <p:spPr>
          <a:xfrm>
            <a:off x="1133061" y="2924732"/>
            <a:ext cx="4701209" cy="317885"/>
          </a:xfrm>
        </p:spPr>
        <p:txBody>
          <a:bodyPr/>
          <a:lstStyle/>
          <a:p>
            <a:r>
              <a:rPr lang="en-IN" dirty="0"/>
              <a:t>are convergent, then we define</a:t>
            </a:r>
          </a:p>
        </p:txBody>
      </p:sp>
      <p:graphicFrame>
        <p:nvGraphicFramePr>
          <p:cNvPr id="24" name="Content Placeholder 23" descr="int_a^b (f(x) d x) = int_a^c (f(x) d x) + int_c^b (f(x) d x)">
            <a:extLst>
              <a:ext uri="{FF2B5EF4-FFF2-40B4-BE49-F238E27FC236}">
                <a16:creationId xmlns="" xmlns:a16="http://schemas.microsoft.com/office/drawing/2014/main" id="{3FD0D5EC-8E37-498E-A5C6-E36F30DFC1A5}"/>
              </a:ext>
            </a:extLst>
          </p:cNvPr>
          <p:cNvGraphicFramePr>
            <a:graphicFrameLocks noGrp="1" noChangeAspect="1"/>
          </p:cNvGraphicFramePr>
          <p:nvPr>
            <p:ph sz="quarter" idx="30"/>
            <p:extLst>
              <p:ext uri="{D42A27DB-BD31-4B8C-83A1-F6EECF244321}">
                <p14:modId xmlns:p14="http://schemas.microsoft.com/office/powerpoint/2010/main" val="3857293354"/>
              </p:ext>
            </p:extLst>
          </p:nvPr>
        </p:nvGraphicFramePr>
        <p:xfrm>
          <a:off x="3953355" y="3780984"/>
          <a:ext cx="4371975" cy="590550"/>
        </p:xfrm>
        <a:graphic>
          <a:graphicData uri="http://schemas.openxmlformats.org/presentationml/2006/ole">
            <mc:AlternateContent xmlns:mc="http://schemas.openxmlformats.org/markup-compatibility/2006">
              <mc:Choice xmlns:v="urn:schemas-microsoft-com:vml" Requires="v">
                <p:oleObj spid="_x0000_s697507" name="Equation" r:id="rId7" imgW="4419360" imgH="596880" progId="Equation.DSMT4">
                  <p:embed/>
                </p:oleObj>
              </mc:Choice>
              <mc:Fallback>
                <p:oleObj name="Equation" r:id="rId7" imgW="4419360" imgH="596880" progId="Equation.DSMT4">
                  <p:embed/>
                  <p:pic>
                    <p:nvPicPr>
                      <p:cNvPr id="24" name="Content Placeholder 23">
                        <a:extLst>
                          <a:ext uri="{FF2B5EF4-FFF2-40B4-BE49-F238E27FC236}">
                            <a16:creationId xmlns="" xmlns:a16="http://schemas.microsoft.com/office/drawing/2014/main" id="{3FD0D5EC-8E37-498E-A5C6-E36F30DFC1A5}"/>
                          </a:ext>
                        </a:extLst>
                      </p:cNvPr>
                      <p:cNvPicPr/>
                      <p:nvPr/>
                    </p:nvPicPr>
                    <p:blipFill>
                      <a:blip r:embed="rId8"/>
                      <a:stretch>
                        <a:fillRect/>
                      </a:stretch>
                    </p:blipFill>
                    <p:spPr>
                      <a:xfrm>
                        <a:off x="3953355" y="3780984"/>
                        <a:ext cx="4371975" cy="590550"/>
                      </a:xfrm>
                      <a:prstGeom prst="rect">
                        <a:avLst/>
                      </a:prstGeom>
                    </p:spPr>
                  </p:pic>
                </p:oleObj>
              </mc:Fallback>
            </mc:AlternateContent>
          </a:graphicData>
        </a:graphic>
      </p:graphicFrame>
    </p:spTree>
    <p:extLst>
      <p:ext uri="{BB962C8B-B14F-4D97-AF65-F5344CB8AC3E}">
        <p14:creationId xmlns:p14="http://schemas.microsoft.com/office/powerpoint/2010/main" val="40953760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B14CA8-1E46-4E60-917A-CA83BA244BE6}"/>
              </a:ext>
            </a:extLst>
          </p:cNvPr>
          <p:cNvSpPr>
            <a:spLocks noGrp="1"/>
          </p:cNvSpPr>
          <p:nvPr>
            <p:ph type="title"/>
          </p:nvPr>
        </p:nvSpPr>
        <p:spPr/>
        <p:txBody>
          <a:bodyPr/>
          <a:lstStyle/>
          <a:p>
            <a:r>
              <a:rPr lang="en-US" altLang="en-US" dirty="0"/>
              <a:t>Example 5</a:t>
            </a:r>
            <a:endParaRPr lang="en-IN" dirty="0"/>
          </a:p>
        </p:txBody>
      </p:sp>
      <p:sp>
        <p:nvSpPr>
          <p:cNvPr id="3" name="Content Placeholder 2">
            <a:extLst>
              <a:ext uri="{FF2B5EF4-FFF2-40B4-BE49-F238E27FC236}">
                <a16:creationId xmlns="" xmlns:a16="http://schemas.microsoft.com/office/drawing/2014/main" id="{B44BB222-4F1A-46CC-86BD-6E5B04C4E340}"/>
              </a:ext>
            </a:extLst>
          </p:cNvPr>
          <p:cNvSpPr>
            <a:spLocks noGrp="1"/>
          </p:cNvSpPr>
          <p:nvPr>
            <p:ph sz="quarter" idx="23"/>
          </p:nvPr>
        </p:nvSpPr>
        <p:spPr>
          <a:xfrm>
            <a:off x="736600" y="1289050"/>
            <a:ext cx="654878" cy="311150"/>
          </a:xfrm>
        </p:spPr>
        <p:txBody>
          <a:bodyPr/>
          <a:lstStyle/>
          <a:p>
            <a:r>
              <a:rPr lang="en-US" altLang="en-US" dirty="0"/>
              <a:t>Find</a:t>
            </a:r>
            <a:endParaRPr lang="en-IN" dirty="0"/>
          </a:p>
        </p:txBody>
      </p:sp>
      <p:graphicFrame>
        <p:nvGraphicFramePr>
          <p:cNvPr id="20" name="Content Placeholder 19" descr="int_2^5 ((1/sqrt(x minus 2)) d x).&#10;">
            <a:extLst>
              <a:ext uri="{FF2B5EF4-FFF2-40B4-BE49-F238E27FC236}">
                <a16:creationId xmlns="" xmlns:a16="http://schemas.microsoft.com/office/drawing/2014/main" id="{6F94A354-9C20-4966-8C73-4A31D7EC27AB}"/>
              </a:ext>
            </a:extLst>
          </p:cNvPr>
          <p:cNvGraphicFramePr>
            <a:graphicFrameLocks noGrp="1" noChangeAspect="1"/>
          </p:cNvGraphicFramePr>
          <p:nvPr>
            <p:ph sz="quarter" idx="24"/>
            <p:extLst>
              <p:ext uri="{D42A27DB-BD31-4B8C-83A1-F6EECF244321}">
                <p14:modId xmlns:p14="http://schemas.microsoft.com/office/powerpoint/2010/main" val="3765029516"/>
              </p:ext>
            </p:extLst>
          </p:nvPr>
        </p:nvGraphicFramePr>
        <p:xfrm>
          <a:off x="1403101" y="1077088"/>
          <a:ext cx="1678831" cy="781746"/>
        </p:xfrm>
        <a:graphic>
          <a:graphicData uri="http://schemas.openxmlformats.org/presentationml/2006/ole">
            <mc:AlternateContent xmlns:mc="http://schemas.openxmlformats.org/markup-compatibility/2006">
              <mc:Choice xmlns:v="urn:schemas-microsoft-com:vml" Requires="v">
                <p:oleObj spid="_x0000_s698523" name="Equation" r:id="rId3" imgW="1663560" imgH="774360" progId="Equation.DSMT4">
                  <p:embed/>
                </p:oleObj>
              </mc:Choice>
              <mc:Fallback>
                <p:oleObj name="Equation" r:id="rId3" imgW="1663560" imgH="774360" progId="Equation.DSMT4">
                  <p:embed/>
                  <p:pic>
                    <p:nvPicPr>
                      <p:cNvPr id="19" name="Object 18">
                        <a:extLst>
                          <a:ext uri="{FF2B5EF4-FFF2-40B4-BE49-F238E27FC236}">
                            <a16:creationId xmlns="" xmlns:a16="http://schemas.microsoft.com/office/drawing/2014/main" id="{B2853CA6-0E9E-4903-8E29-79AE848C22AD}"/>
                          </a:ext>
                        </a:extLst>
                      </p:cNvPr>
                      <p:cNvPicPr/>
                      <p:nvPr/>
                    </p:nvPicPr>
                    <p:blipFill>
                      <a:blip r:embed="rId4"/>
                      <a:stretch>
                        <a:fillRect/>
                      </a:stretch>
                    </p:blipFill>
                    <p:spPr>
                      <a:xfrm>
                        <a:off x="1403101" y="1077088"/>
                        <a:ext cx="1678831" cy="781746"/>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E383A76E-3B82-4FE7-82BF-8DAC937168AB}"/>
              </a:ext>
            </a:extLst>
          </p:cNvPr>
          <p:cNvSpPr>
            <a:spLocks noGrp="1"/>
          </p:cNvSpPr>
          <p:nvPr>
            <p:ph sz="quarter" idx="25"/>
          </p:nvPr>
        </p:nvSpPr>
        <p:spPr>
          <a:xfrm>
            <a:off x="736600" y="2117724"/>
            <a:ext cx="7582452" cy="756645"/>
          </a:xfrm>
        </p:spPr>
        <p:txBody>
          <a:bodyPr/>
          <a:lstStyle/>
          <a:p>
            <a:r>
              <a:rPr lang="en-US" altLang="en-US" b="1" dirty="0">
                <a:solidFill>
                  <a:srgbClr val="0000A3"/>
                </a:solidFill>
              </a:rPr>
              <a:t>Solution:</a:t>
            </a:r>
          </a:p>
          <a:p>
            <a:r>
              <a:rPr lang="en-US" altLang="en-US" dirty="0"/>
              <a:t>We note first that the given integral is improper because</a:t>
            </a:r>
            <a:endParaRPr lang="en-IN" dirty="0"/>
          </a:p>
        </p:txBody>
      </p:sp>
      <p:graphicFrame>
        <p:nvGraphicFramePr>
          <p:cNvPr id="22" name="Content Placeholder 21" descr="f(x) = 1/(sqrt(x minus 2))&#10;">
            <a:extLst>
              <a:ext uri="{FF2B5EF4-FFF2-40B4-BE49-F238E27FC236}">
                <a16:creationId xmlns="" xmlns:a16="http://schemas.microsoft.com/office/drawing/2014/main" id="{E3B41F5F-009D-413F-A085-FB07632CBEE7}"/>
              </a:ext>
            </a:extLst>
          </p:cNvPr>
          <p:cNvGraphicFramePr>
            <a:graphicFrameLocks noGrp="1" noChangeAspect="1"/>
          </p:cNvGraphicFramePr>
          <p:nvPr>
            <p:ph sz="quarter" idx="26"/>
            <p:extLst>
              <p:ext uri="{D42A27DB-BD31-4B8C-83A1-F6EECF244321}">
                <p14:modId xmlns:p14="http://schemas.microsoft.com/office/powerpoint/2010/main" val="3911136228"/>
              </p:ext>
            </p:extLst>
          </p:nvPr>
        </p:nvGraphicFramePr>
        <p:xfrm>
          <a:off x="8337044" y="2379102"/>
          <a:ext cx="1877293" cy="812163"/>
        </p:xfrm>
        <a:graphic>
          <a:graphicData uri="http://schemas.openxmlformats.org/presentationml/2006/ole">
            <mc:AlternateContent xmlns:mc="http://schemas.openxmlformats.org/markup-compatibility/2006">
              <mc:Choice xmlns:v="urn:schemas-microsoft-com:vml" Requires="v">
                <p:oleObj spid="_x0000_s698524" name="Equation" r:id="rId5" imgW="1790640" imgH="774360" progId="Equation.DSMT4">
                  <p:embed/>
                </p:oleObj>
              </mc:Choice>
              <mc:Fallback>
                <p:oleObj name="Equation" r:id="rId5" imgW="1790640" imgH="774360" progId="Equation.DSMT4">
                  <p:embed/>
                  <p:pic>
                    <p:nvPicPr>
                      <p:cNvPr id="21" name="Object 20">
                        <a:extLst>
                          <a:ext uri="{FF2B5EF4-FFF2-40B4-BE49-F238E27FC236}">
                            <a16:creationId xmlns="" xmlns:a16="http://schemas.microsoft.com/office/drawing/2014/main" id="{4D5991A3-2D40-4656-B6A1-47853DCEC41D}"/>
                          </a:ext>
                        </a:extLst>
                      </p:cNvPr>
                      <p:cNvPicPr/>
                      <p:nvPr/>
                    </p:nvPicPr>
                    <p:blipFill>
                      <a:blip r:embed="rId6"/>
                      <a:stretch>
                        <a:fillRect/>
                      </a:stretch>
                    </p:blipFill>
                    <p:spPr>
                      <a:xfrm>
                        <a:off x="8337044" y="2379102"/>
                        <a:ext cx="1877293" cy="812163"/>
                      </a:xfrm>
                      <a:prstGeom prst="rect">
                        <a:avLst/>
                      </a:prstGeom>
                    </p:spPr>
                  </p:pic>
                </p:oleObj>
              </mc:Fallback>
            </mc:AlternateContent>
          </a:graphicData>
        </a:graphic>
      </p:graphicFrame>
      <p:sp>
        <p:nvSpPr>
          <p:cNvPr id="7" name="Content Placeholder 6">
            <a:extLst>
              <a:ext uri="{FF2B5EF4-FFF2-40B4-BE49-F238E27FC236}">
                <a16:creationId xmlns="" xmlns:a16="http://schemas.microsoft.com/office/drawing/2014/main" id="{0D7CEFE7-BDB3-4C01-BFC8-A3E0D7E75A4B}"/>
              </a:ext>
            </a:extLst>
          </p:cNvPr>
          <p:cNvSpPr>
            <a:spLocks noGrp="1"/>
          </p:cNvSpPr>
          <p:nvPr>
            <p:ph sz="quarter" idx="27"/>
          </p:nvPr>
        </p:nvSpPr>
        <p:spPr>
          <a:xfrm>
            <a:off x="736600" y="3120889"/>
            <a:ext cx="5151016" cy="360031"/>
          </a:xfrm>
        </p:spPr>
        <p:txBody>
          <a:bodyPr/>
          <a:lstStyle/>
          <a:p>
            <a:r>
              <a:rPr lang="en-US" altLang="en-US" dirty="0"/>
              <a:t>has the vertical asymptote </a:t>
            </a:r>
            <a:r>
              <a:rPr lang="en-US" altLang="en-US" i="1" dirty="0"/>
              <a:t>x</a:t>
            </a:r>
            <a:r>
              <a:rPr lang="en-US" altLang="en-US" dirty="0"/>
              <a:t> = 2. </a:t>
            </a:r>
          </a:p>
        </p:txBody>
      </p:sp>
      <p:sp>
        <p:nvSpPr>
          <p:cNvPr id="8" name="Content Placeholder 7">
            <a:extLst>
              <a:ext uri="{FF2B5EF4-FFF2-40B4-BE49-F238E27FC236}">
                <a16:creationId xmlns="" xmlns:a16="http://schemas.microsoft.com/office/drawing/2014/main" id="{15DD4D53-9F26-4C05-AE46-8F384DCDDDEE}"/>
              </a:ext>
            </a:extLst>
          </p:cNvPr>
          <p:cNvSpPr>
            <a:spLocks noGrp="1"/>
          </p:cNvSpPr>
          <p:nvPr>
            <p:ph sz="quarter" idx="28"/>
          </p:nvPr>
        </p:nvSpPr>
        <p:spPr>
          <a:xfrm>
            <a:off x="736600" y="3946699"/>
            <a:ext cx="10712449" cy="709082"/>
          </a:xfrm>
        </p:spPr>
        <p:txBody>
          <a:bodyPr/>
          <a:lstStyle/>
          <a:p>
            <a:r>
              <a:rPr lang="en-US" altLang="en-US" dirty="0"/>
              <a:t>Since the infinite discontinuity occurs at the left endpoint of [2, 5], we use part (b) of Definition 3:</a:t>
            </a:r>
            <a:endParaRPr lang="en-IN" dirty="0"/>
          </a:p>
        </p:txBody>
      </p:sp>
      <p:graphicFrame>
        <p:nvGraphicFramePr>
          <p:cNvPr id="24" name="Content Placeholder 23" descr="int_2^5 ((d x)/(sqrt(x minus 2))) = lim_(t right arrow 2^+) (int_t^5 ((d x)/(sqrt(x minus 2))))&#10;">
            <a:extLst>
              <a:ext uri="{FF2B5EF4-FFF2-40B4-BE49-F238E27FC236}">
                <a16:creationId xmlns="" xmlns:a16="http://schemas.microsoft.com/office/drawing/2014/main" id="{3E39828C-86BC-43BF-8724-93A71123AB86}"/>
              </a:ext>
            </a:extLst>
          </p:cNvPr>
          <p:cNvGraphicFramePr>
            <a:graphicFrameLocks noGrp="1" noChangeAspect="1"/>
          </p:cNvGraphicFramePr>
          <p:nvPr>
            <p:ph sz="quarter" idx="29"/>
            <p:extLst>
              <p:ext uri="{D42A27DB-BD31-4B8C-83A1-F6EECF244321}">
                <p14:modId xmlns:p14="http://schemas.microsoft.com/office/powerpoint/2010/main" val="3953276796"/>
              </p:ext>
            </p:extLst>
          </p:nvPr>
        </p:nvGraphicFramePr>
        <p:xfrm>
          <a:off x="4590371" y="4998778"/>
          <a:ext cx="3486887" cy="827627"/>
        </p:xfrm>
        <a:graphic>
          <a:graphicData uri="http://schemas.openxmlformats.org/presentationml/2006/ole">
            <mc:AlternateContent xmlns:mc="http://schemas.openxmlformats.org/markup-compatibility/2006">
              <mc:Choice xmlns:v="urn:schemas-microsoft-com:vml" Requires="v">
                <p:oleObj spid="_x0000_s698525" name="Equation" r:id="rId7" imgW="3263760" imgH="774360" progId="Equation.DSMT4">
                  <p:embed/>
                </p:oleObj>
              </mc:Choice>
              <mc:Fallback>
                <p:oleObj name="Equation" r:id="rId7" imgW="3263760" imgH="774360" progId="Equation.DSMT4">
                  <p:embed/>
                  <p:pic>
                    <p:nvPicPr>
                      <p:cNvPr id="23" name="Object 22">
                        <a:extLst>
                          <a:ext uri="{FF2B5EF4-FFF2-40B4-BE49-F238E27FC236}">
                            <a16:creationId xmlns="" xmlns:a16="http://schemas.microsoft.com/office/drawing/2014/main" id="{9DC5EA47-9205-4422-A103-67FFEAA28667}"/>
                          </a:ext>
                        </a:extLst>
                      </p:cNvPr>
                      <p:cNvPicPr/>
                      <p:nvPr/>
                    </p:nvPicPr>
                    <p:blipFill>
                      <a:blip r:embed="rId8"/>
                      <a:stretch>
                        <a:fillRect/>
                      </a:stretch>
                    </p:blipFill>
                    <p:spPr>
                      <a:xfrm>
                        <a:off x="4590371" y="4998778"/>
                        <a:ext cx="3486887" cy="827627"/>
                      </a:xfrm>
                      <a:prstGeom prst="rect">
                        <a:avLst/>
                      </a:prstGeom>
                    </p:spPr>
                  </p:pic>
                </p:oleObj>
              </mc:Fallback>
            </mc:AlternateContent>
          </a:graphicData>
        </a:graphic>
      </p:graphicFrame>
    </p:spTree>
    <p:extLst>
      <p:ext uri="{BB962C8B-B14F-4D97-AF65-F5344CB8AC3E}">
        <p14:creationId xmlns:p14="http://schemas.microsoft.com/office/powerpoint/2010/main" val="2323446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B219BB-024B-436F-A5C8-303A110C660E}"/>
              </a:ext>
            </a:extLst>
          </p:cNvPr>
          <p:cNvSpPr>
            <a:spLocks noGrp="1"/>
          </p:cNvSpPr>
          <p:nvPr>
            <p:ph type="title"/>
          </p:nvPr>
        </p:nvSpPr>
        <p:spPr>
          <a:xfrm>
            <a:off x="838200" y="365126"/>
            <a:ext cx="10515600" cy="518976"/>
          </a:xfrm>
        </p:spPr>
        <p:txBody>
          <a:bodyPr/>
          <a:lstStyle/>
          <a:p>
            <a:r>
              <a:rPr lang="en-US" altLang="en-US" dirty="0"/>
              <a:t>Example 5 – </a:t>
            </a:r>
            <a:r>
              <a:rPr lang="en-US" altLang="en-US" i="1" dirty="0"/>
              <a:t>Solution</a:t>
            </a:r>
            <a:endParaRPr lang="en-IN" dirty="0"/>
          </a:p>
        </p:txBody>
      </p:sp>
      <p:graphicFrame>
        <p:nvGraphicFramePr>
          <p:cNvPr id="12" name="Content Placeholder 11" descr=" =  lim_(t right arrow 2^+) (2 sqrt(x minus 2)]_t^5)&#10; =  lim_(t right arrow 2^+) (2(sqrt(3) minus sqrt(t minus 2)))&#10; =  2sqrt(3)&#10;">
            <a:extLst>
              <a:ext uri="{FF2B5EF4-FFF2-40B4-BE49-F238E27FC236}">
                <a16:creationId xmlns="" xmlns:a16="http://schemas.microsoft.com/office/drawing/2014/main" id="{AAF12C9A-BBCE-4E49-B92D-79CC9239A39E}"/>
              </a:ext>
            </a:extLst>
          </p:cNvPr>
          <p:cNvGraphicFramePr>
            <a:graphicFrameLocks noGrp="1" noChangeAspect="1"/>
          </p:cNvGraphicFramePr>
          <p:nvPr>
            <p:ph sz="quarter" idx="12"/>
            <p:extLst>
              <p:ext uri="{D42A27DB-BD31-4B8C-83A1-F6EECF244321}">
                <p14:modId xmlns:p14="http://schemas.microsoft.com/office/powerpoint/2010/main" val="871743609"/>
              </p:ext>
            </p:extLst>
          </p:nvPr>
        </p:nvGraphicFramePr>
        <p:xfrm>
          <a:off x="4823691" y="953674"/>
          <a:ext cx="2557318" cy="1858733"/>
        </p:xfrm>
        <a:graphic>
          <a:graphicData uri="http://schemas.openxmlformats.org/presentationml/2006/ole">
            <mc:AlternateContent xmlns:mc="http://schemas.openxmlformats.org/markup-compatibility/2006">
              <mc:Choice xmlns:v="urn:schemas-microsoft-com:vml" Requires="v">
                <p:oleObj spid="_x0000_s699444" name="Equation" r:id="rId3" imgW="2603160" imgH="1892160" progId="Equation.DSMT4">
                  <p:embed/>
                </p:oleObj>
              </mc:Choice>
              <mc:Fallback>
                <p:oleObj name="Equation" r:id="rId3" imgW="2603160" imgH="1892160" progId="Equation.DSMT4">
                  <p:embed/>
                  <p:pic>
                    <p:nvPicPr>
                      <p:cNvPr id="11" name="Object 10">
                        <a:extLst>
                          <a:ext uri="{FF2B5EF4-FFF2-40B4-BE49-F238E27FC236}">
                            <a16:creationId xmlns="" xmlns:a16="http://schemas.microsoft.com/office/drawing/2014/main" id="{38D0F5D9-6874-412C-991A-D87E2FE8DDDC}"/>
                          </a:ext>
                        </a:extLst>
                      </p:cNvPr>
                      <p:cNvPicPr/>
                      <p:nvPr/>
                    </p:nvPicPr>
                    <p:blipFill>
                      <a:blip r:embed="rId4"/>
                      <a:stretch>
                        <a:fillRect/>
                      </a:stretch>
                    </p:blipFill>
                    <p:spPr>
                      <a:xfrm>
                        <a:off x="4823691" y="953674"/>
                        <a:ext cx="2557318" cy="1858733"/>
                      </a:xfrm>
                      <a:prstGeom prst="rect">
                        <a:avLst/>
                      </a:prstGeom>
                    </p:spPr>
                  </p:pic>
                </p:oleObj>
              </mc:Fallback>
            </mc:AlternateContent>
          </a:graphicData>
        </a:graphic>
      </p:graphicFrame>
      <p:sp>
        <p:nvSpPr>
          <p:cNvPr id="4" name="Content Placeholder 3">
            <a:extLst>
              <a:ext uri="{FF2B5EF4-FFF2-40B4-BE49-F238E27FC236}">
                <a16:creationId xmlns="" xmlns:a16="http://schemas.microsoft.com/office/drawing/2014/main" id="{335D2509-0F8F-48BF-890C-ED610F41A908}"/>
              </a:ext>
            </a:extLst>
          </p:cNvPr>
          <p:cNvSpPr>
            <a:spLocks noGrp="1"/>
          </p:cNvSpPr>
          <p:nvPr>
            <p:ph sz="quarter" idx="13"/>
          </p:nvPr>
        </p:nvSpPr>
        <p:spPr>
          <a:xfrm>
            <a:off x="733425" y="2931294"/>
            <a:ext cx="10721975" cy="1070688"/>
          </a:xfrm>
        </p:spPr>
        <p:txBody>
          <a:bodyPr/>
          <a:lstStyle/>
          <a:p>
            <a:r>
              <a:rPr lang="en-US" altLang="en-US" dirty="0"/>
              <a:t>Thus the given improper integral is convergent and, since the integrand is positive, we can interpret the value of the integral as the area of the shaded region in Figure 10.</a:t>
            </a:r>
            <a:endParaRPr lang="en-IN" dirty="0"/>
          </a:p>
        </p:txBody>
      </p:sp>
      <p:pic>
        <p:nvPicPr>
          <p:cNvPr id="13" name="Content Placeholder 12" descr="A curve labeled y = 1/(sqrt(2) minus 2) is graphed in the first quadrant of the x y coordinate plane. It is a decreasing concave upward curve. It starts from the top left of the viewing window in the first quadrant near the line x = 2, goes down and to the right with decreasing steepness passes through the point (5, 1/sqrt(2)), again goes down and to the right with decreasing steepness exits the right of the viewing window. The area under the curve, the line x = 2, x= 5 and the x axis is shaded. It is labeled area = 2/sqrt(3).">
            <a:extLst>
              <a:ext uri="{FF2B5EF4-FFF2-40B4-BE49-F238E27FC236}">
                <a16:creationId xmlns="" xmlns:a16="http://schemas.microsoft.com/office/drawing/2014/main" id="{D023BCB3-0B84-4F41-97B2-948C7C1C2054}"/>
              </a:ext>
            </a:extLst>
          </p:cNvPr>
          <p:cNvPicPr>
            <a:picLocks noGrp="1" noChangeAspect="1"/>
          </p:cNvPicPr>
          <p:nvPr>
            <p:ph sz="quarter" idx="14"/>
          </p:nvPr>
        </p:nvPicPr>
        <p:blipFill>
          <a:blip r:embed="rId5"/>
          <a:stretch>
            <a:fillRect/>
          </a:stretch>
        </p:blipFill>
        <p:spPr>
          <a:xfrm>
            <a:off x="4667367" y="4071555"/>
            <a:ext cx="2762459" cy="1697633"/>
          </a:xfrm>
          <a:prstGeom prst="rect">
            <a:avLst/>
          </a:prstGeom>
        </p:spPr>
      </p:pic>
      <p:sp>
        <p:nvSpPr>
          <p:cNvPr id="7" name="Content Placeholder 6">
            <a:extLst>
              <a:ext uri="{FF2B5EF4-FFF2-40B4-BE49-F238E27FC236}">
                <a16:creationId xmlns="" xmlns:a16="http://schemas.microsoft.com/office/drawing/2014/main" id="{23817604-971F-4E1C-B130-A0BC29DEE409}"/>
              </a:ext>
            </a:extLst>
          </p:cNvPr>
          <p:cNvSpPr>
            <a:spLocks noGrp="1"/>
          </p:cNvSpPr>
          <p:nvPr>
            <p:ph sz="quarter" idx="15"/>
          </p:nvPr>
        </p:nvSpPr>
        <p:spPr>
          <a:xfrm>
            <a:off x="733425" y="5933726"/>
            <a:ext cx="10729913" cy="308296"/>
          </a:xfrm>
        </p:spPr>
        <p:txBody>
          <a:bodyPr/>
          <a:lstStyle/>
          <a:p>
            <a:pPr algn="ctr"/>
            <a:r>
              <a:rPr lang="en-US" altLang="en-US" sz="2000" b="1" dirty="0"/>
              <a:t>Figure 10</a:t>
            </a:r>
          </a:p>
        </p:txBody>
      </p:sp>
    </p:spTree>
    <p:extLst>
      <p:ext uri="{BB962C8B-B14F-4D97-AF65-F5344CB8AC3E}">
        <p14:creationId xmlns:p14="http://schemas.microsoft.com/office/powerpoint/2010/main" val="9573841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22018-F32D-48CB-8808-5EE4002858CB}"/>
              </a:ext>
            </a:extLst>
          </p:cNvPr>
          <p:cNvSpPr>
            <a:spLocks noGrp="1"/>
          </p:cNvSpPr>
          <p:nvPr>
            <p:ph type="title"/>
          </p:nvPr>
        </p:nvSpPr>
        <p:spPr>
          <a:xfrm>
            <a:off x="838200" y="3011557"/>
            <a:ext cx="10515600" cy="487017"/>
          </a:xfrm>
        </p:spPr>
        <p:txBody>
          <a:bodyPr/>
          <a:lstStyle/>
          <a:p>
            <a:pPr algn="ctr"/>
            <a:r>
              <a:rPr lang="en-IN" dirty="0"/>
              <a:t>A Comparison Test for Improper Integrals</a:t>
            </a:r>
          </a:p>
        </p:txBody>
      </p:sp>
    </p:spTree>
    <p:extLst>
      <p:ext uri="{BB962C8B-B14F-4D97-AF65-F5344CB8AC3E}">
        <p14:creationId xmlns:p14="http://schemas.microsoft.com/office/powerpoint/2010/main" val="969437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727B0A-235E-4578-9436-BAA182D9E5E0}"/>
              </a:ext>
            </a:extLst>
          </p:cNvPr>
          <p:cNvSpPr>
            <a:spLocks noGrp="1"/>
          </p:cNvSpPr>
          <p:nvPr>
            <p:ph type="title"/>
          </p:nvPr>
        </p:nvSpPr>
        <p:spPr/>
        <p:txBody>
          <a:bodyPr/>
          <a:lstStyle/>
          <a:p>
            <a:r>
              <a:rPr lang="en-US" altLang="en-US" dirty="0"/>
              <a:t>A Comparison Test for Improper Integrals </a:t>
            </a:r>
            <a:r>
              <a:rPr lang="en-US" altLang="en-US" sz="2400" b="0" dirty="0"/>
              <a:t>(1 of 3)</a:t>
            </a:r>
            <a:endParaRPr lang="en-IN" sz="2400" b="0" dirty="0"/>
          </a:p>
        </p:txBody>
      </p:sp>
      <p:sp>
        <p:nvSpPr>
          <p:cNvPr id="3" name="Content Placeholder 2">
            <a:extLst>
              <a:ext uri="{FF2B5EF4-FFF2-40B4-BE49-F238E27FC236}">
                <a16:creationId xmlns="" xmlns:a16="http://schemas.microsoft.com/office/drawing/2014/main" id="{F5BE6CDB-E496-43E0-8EDD-18EF856CCB6C}"/>
              </a:ext>
            </a:extLst>
          </p:cNvPr>
          <p:cNvSpPr>
            <a:spLocks noGrp="1"/>
          </p:cNvSpPr>
          <p:nvPr>
            <p:ph sz="quarter" idx="23"/>
          </p:nvPr>
        </p:nvSpPr>
        <p:spPr>
          <a:xfrm>
            <a:off x="736600" y="1289049"/>
            <a:ext cx="10712450" cy="1513785"/>
          </a:xfrm>
        </p:spPr>
        <p:txBody>
          <a:bodyPr/>
          <a:lstStyle/>
          <a:p>
            <a:r>
              <a:rPr lang="en-US" altLang="en-US" dirty="0"/>
              <a:t>Sometimes it is impossible to find the exact value of an improper integral and yet it is important to know whether it is convergent or divergent.</a:t>
            </a:r>
          </a:p>
          <a:p>
            <a:r>
              <a:rPr lang="en-US" altLang="en-US" dirty="0"/>
              <a:t>In such cases the following theorem is useful. Although we state it for Type 1 integrals, a similar theorem is true for Type 2 integrals.</a:t>
            </a:r>
          </a:p>
        </p:txBody>
      </p:sp>
      <p:sp>
        <p:nvSpPr>
          <p:cNvPr id="4" name="Content Placeholder 3">
            <a:extLst>
              <a:ext uri="{FF2B5EF4-FFF2-40B4-BE49-F238E27FC236}">
                <a16:creationId xmlns="" xmlns:a16="http://schemas.microsoft.com/office/drawing/2014/main" id="{F99CD528-B4CE-43C8-A013-812CB0E3A18D}"/>
              </a:ext>
            </a:extLst>
          </p:cNvPr>
          <p:cNvSpPr>
            <a:spLocks noGrp="1"/>
          </p:cNvSpPr>
          <p:nvPr>
            <p:ph sz="quarter" idx="24"/>
          </p:nvPr>
        </p:nvSpPr>
        <p:spPr>
          <a:xfrm>
            <a:off x="736600" y="3117851"/>
            <a:ext cx="10400792" cy="688838"/>
          </a:xfrm>
        </p:spPr>
        <p:txBody>
          <a:bodyPr/>
          <a:lstStyle/>
          <a:p>
            <a:r>
              <a:rPr lang="en-IN" b="1" dirty="0">
                <a:solidFill>
                  <a:srgbClr val="0000A3"/>
                </a:solidFill>
                <a:latin typeface="Arial" panose="020B0604020202020204" pitchFamily="34" charset="0"/>
                <a:cs typeface="Arial" panose="020B0604020202020204" pitchFamily="34" charset="0"/>
              </a:rPr>
              <a:t>Comparison Theorem</a:t>
            </a:r>
            <a:r>
              <a:rPr lang="en-IN" dirty="0">
                <a:latin typeface="Arial" panose="020B0604020202020204" pitchFamily="34" charset="0"/>
                <a:cs typeface="Arial" panose="020B0604020202020204" pitchFamily="34" charset="0"/>
              </a:rPr>
              <a:t> Suppose that </a:t>
            </a:r>
            <a:r>
              <a:rPr lang="en-IN" i="1" dirty="0">
                <a:latin typeface="Arial" panose="020B0604020202020204" pitchFamily="34" charset="0"/>
                <a:cs typeface="Arial" panose="020B0604020202020204" pitchFamily="34" charset="0"/>
              </a:rPr>
              <a:t>f</a:t>
            </a:r>
            <a:r>
              <a:rPr lang="en-IN" dirty="0">
                <a:latin typeface="Arial" panose="020B0604020202020204" pitchFamily="34" charset="0"/>
                <a:cs typeface="Arial" panose="020B0604020202020204" pitchFamily="34" charset="0"/>
              </a:rPr>
              <a:t> and </a:t>
            </a:r>
            <a:r>
              <a:rPr lang="en-IN" i="1" dirty="0">
                <a:latin typeface="Arial" panose="020B0604020202020204" pitchFamily="34" charset="0"/>
                <a:cs typeface="Arial" panose="020B0604020202020204" pitchFamily="34" charset="0"/>
              </a:rPr>
              <a:t>g</a:t>
            </a:r>
            <a:r>
              <a:rPr lang="en-IN" dirty="0">
                <a:latin typeface="Arial" panose="020B0604020202020204" pitchFamily="34" charset="0"/>
                <a:cs typeface="Arial" panose="020B0604020202020204" pitchFamily="34" charset="0"/>
              </a:rPr>
              <a:t> are continuous functions with </a:t>
            </a:r>
            <a:r>
              <a:rPr lang="en-IN" i="1" dirty="0">
                <a:latin typeface="Arial" panose="020B0604020202020204" pitchFamily="34" charset="0"/>
                <a:cs typeface="Arial" panose="020B0604020202020204" pitchFamily="34" charset="0"/>
              </a:rPr>
              <a:t>f</a:t>
            </a:r>
            <a:r>
              <a:rPr lang="en-IN" dirty="0">
                <a:latin typeface="Arial" panose="020B0604020202020204" pitchFamily="34" charset="0"/>
                <a:cs typeface="Arial" panose="020B0604020202020204" pitchFamily="34" charset="0"/>
              </a:rPr>
              <a:t>(</a:t>
            </a:r>
            <a:r>
              <a:rPr lang="en-IN" i="1" dirty="0">
                <a:latin typeface="Arial" panose="020B0604020202020204" pitchFamily="34" charset="0"/>
                <a:cs typeface="Arial" panose="020B0604020202020204" pitchFamily="34" charset="0"/>
              </a:rPr>
              <a:t>x</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 </a:t>
            </a:r>
            <a:r>
              <a:rPr lang="en-IN" i="1" dirty="0">
                <a:latin typeface="Arial" panose="020B0604020202020204" pitchFamily="34" charset="0"/>
                <a:cs typeface="Arial" panose="020B0604020202020204" pitchFamily="34" charset="0"/>
              </a:rPr>
              <a:t>g</a:t>
            </a:r>
            <a:r>
              <a:rPr lang="en-IN" dirty="0">
                <a:latin typeface="Arial" panose="020B0604020202020204" pitchFamily="34" charset="0"/>
                <a:cs typeface="Arial" panose="020B0604020202020204" pitchFamily="34" charset="0"/>
              </a:rPr>
              <a:t>(</a:t>
            </a:r>
            <a:r>
              <a:rPr lang="en-IN" i="1" dirty="0">
                <a:latin typeface="Arial" panose="020B0604020202020204" pitchFamily="34" charset="0"/>
                <a:cs typeface="Arial" panose="020B0604020202020204" pitchFamily="34" charset="0"/>
              </a:rPr>
              <a:t>x</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0 for </a:t>
            </a:r>
            <a:r>
              <a:rPr lang="en-IN" i="1" dirty="0">
                <a:latin typeface="Arial" panose="020B0604020202020204" pitchFamily="34" charset="0"/>
                <a:cs typeface="Arial" panose="020B0604020202020204" pitchFamily="34" charset="0"/>
              </a:rPr>
              <a:t>x</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 </a:t>
            </a:r>
            <a:r>
              <a:rPr lang="en-IN" i="1" dirty="0">
                <a:latin typeface="Arial" panose="020B0604020202020204" pitchFamily="34" charset="0"/>
                <a:cs typeface="Arial" panose="020B0604020202020204" pitchFamily="34" charset="0"/>
              </a:rPr>
              <a:t>a</a:t>
            </a:r>
            <a:r>
              <a:rPr lang="en-IN" dirty="0">
                <a:latin typeface="Arial" panose="020B0604020202020204" pitchFamily="34" charset="0"/>
                <a:cs typeface="Arial" panose="020B0604020202020204" pitchFamily="34" charset="0"/>
              </a:rPr>
              <a:t>.</a:t>
            </a:r>
          </a:p>
        </p:txBody>
      </p:sp>
      <p:sp>
        <p:nvSpPr>
          <p:cNvPr id="5" name="Content Placeholder 4">
            <a:extLst>
              <a:ext uri="{FF2B5EF4-FFF2-40B4-BE49-F238E27FC236}">
                <a16:creationId xmlns="" xmlns:a16="http://schemas.microsoft.com/office/drawing/2014/main" id="{B4CF6A91-831F-4FC8-B9F8-6347944B8A90}"/>
              </a:ext>
            </a:extLst>
          </p:cNvPr>
          <p:cNvSpPr>
            <a:spLocks noGrp="1"/>
          </p:cNvSpPr>
          <p:nvPr>
            <p:ph sz="quarter" idx="25"/>
          </p:nvPr>
        </p:nvSpPr>
        <p:spPr>
          <a:xfrm>
            <a:off x="736600" y="4334150"/>
            <a:ext cx="774148" cy="337242"/>
          </a:xfrm>
        </p:spPr>
        <p:txBody>
          <a:bodyPr/>
          <a:lstStyle/>
          <a:p>
            <a:r>
              <a:rPr lang="en-US" dirty="0"/>
              <a:t>(a) If</a:t>
            </a:r>
            <a:endParaRPr lang="en-IN" dirty="0"/>
          </a:p>
        </p:txBody>
      </p:sp>
      <p:graphicFrame>
        <p:nvGraphicFramePr>
          <p:cNvPr id="20" name="Content Placeholder 19" descr="int_a^infinity (f(x) d x) is convergent, then int_a^infinity (g(x) d x) is convergent">
            <a:extLst>
              <a:ext uri="{FF2B5EF4-FFF2-40B4-BE49-F238E27FC236}">
                <a16:creationId xmlns="" xmlns:a16="http://schemas.microsoft.com/office/drawing/2014/main" id="{75764226-BD35-464B-B03A-FA6D71EE6938}"/>
              </a:ext>
            </a:extLst>
          </p:cNvPr>
          <p:cNvGraphicFramePr>
            <a:graphicFrameLocks noGrp="1" noChangeAspect="1"/>
          </p:cNvGraphicFramePr>
          <p:nvPr>
            <p:ph sz="quarter" idx="26"/>
            <p:extLst>
              <p:ext uri="{D42A27DB-BD31-4B8C-83A1-F6EECF244321}">
                <p14:modId xmlns:p14="http://schemas.microsoft.com/office/powerpoint/2010/main" val="547895162"/>
              </p:ext>
            </p:extLst>
          </p:nvPr>
        </p:nvGraphicFramePr>
        <p:xfrm>
          <a:off x="1474291" y="4204271"/>
          <a:ext cx="7133361" cy="570184"/>
        </p:xfrm>
        <a:graphic>
          <a:graphicData uri="http://schemas.openxmlformats.org/presentationml/2006/ole">
            <mc:AlternateContent xmlns:mc="http://schemas.openxmlformats.org/markup-compatibility/2006">
              <mc:Choice xmlns:v="urn:schemas-microsoft-com:vml" Requires="v">
                <p:oleObj spid="_x0000_s700516" name="Equation" r:id="rId3" imgW="7467480" imgH="596880" progId="Equation.DSMT4">
                  <p:embed/>
                </p:oleObj>
              </mc:Choice>
              <mc:Fallback>
                <p:oleObj name="Equation" r:id="rId3" imgW="7467480" imgH="596880" progId="Equation.DSMT4">
                  <p:embed/>
                  <p:pic>
                    <p:nvPicPr>
                      <p:cNvPr id="19" name="Object 18">
                        <a:extLst>
                          <a:ext uri="{FF2B5EF4-FFF2-40B4-BE49-F238E27FC236}">
                            <a16:creationId xmlns="" xmlns:a16="http://schemas.microsoft.com/office/drawing/2014/main" id="{797DCF84-EC16-4A45-A5EF-DB0149C463F2}"/>
                          </a:ext>
                        </a:extLst>
                      </p:cNvPr>
                      <p:cNvPicPr/>
                      <p:nvPr/>
                    </p:nvPicPr>
                    <p:blipFill>
                      <a:blip r:embed="rId4"/>
                      <a:stretch>
                        <a:fillRect/>
                      </a:stretch>
                    </p:blipFill>
                    <p:spPr>
                      <a:xfrm>
                        <a:off x="1474291" y="4204271"/>
                        <a:ext cx="7133361" cy="570184"/>
                      </a:xfrm>
                      <a:prstGeom prst="rect">
                        <a:avLst/>
                      </a:prstGeom>
                    </p:spPr>
                  </p:pic>
                </p:oleObj>
              </mc:Fallback>
            </mc:AlternateContent>
          </a:graphicData>
        </a:graphic>
      </p:graphicFrame>
      <p:sp>
        <p:nvSpPr>
          <p:cNvPr id="7" name="Content Placeholder 6">
            <a:extLst>
              <a:ext uri="{FF2B5EF4-FFF2-40B4-BE49-F238E27FC236}">
                <a16:creationId xmlns="" xmlns:a16="http://schemas.microsoft.com/office/drawing/2014/main" id="{D862AA8B-4257-4651-A4DB-766D6AC6D6BF}"/>
              </a:ext>
            </a:extLst>
          </p:cNvPr>
          <p:cNvSpPr>
            <a:spLocks noGrp="1"/>
          </p:cNvSpPr>
          <p:nvPr>
            <p:ph sz="quarter" idx="27"/>
          </p:nvPr>
        </p:nvSpPr>
        <p:spPr>
          <a:xfrm>
            <a:off x="736600" y="5029442"/>
            <a:ext cx="765123" cy="371864"/>
          </a:xfrm>
        </p:spPr>
        <p:txBody>
          <a:bodyPr/>
          <a:lstStyle/>
          <a:p>
            <a:r>
              <a:rPr lang="en-US" dirty="0"/>
              <a:t>(b) If</a:t>
            </a:r>
            <a:endParaRPr lang="en-IN" dirty="0"/>
          </a:p>
        </p:txBody>
      </p:sp>
      <p:graphicFrame>
        <p:nvGraphicFramePr>
          <p:cNvPr id="22" name="Content Placeholder 21" descr="int_a^infinity (g(x) d x) is divergent, then int_a^infinity (f(x) d x) is divergent">
            <a:extLst>
              <a:ext uri="{FF2B5EF4-FFF2-40B4-BE49-F238E27FC236}">
                <a16:creationId xmlns="" xmlns:a16="http://schemas.microsoft.com/office/drawing/2014/main" id="{A14E7B79-9692-4EFA-AE29-C01E4709B70A}"/>
              </a:ext>
            </a:extLst>
          </p:cNvPr>
          <p:cNvGraphicFramePr>
            <a:graphicFrameLocks noGrp="1" noChangeAspect="1"/>
          </p:cNvGraphicFramePr>
          <p:nvPr>
            <p:ph sz="quarter" idx="28"/>
            <p:extLst>
              <p:ext uri="{D42A27DB-BD31-4B8C-83A1-F6EECF244321}">
                <p14:modId xmlns:p14="http://schemas.microsoft.com/office/powerpoint/2010/main" val="1406018138"/>
              </p:ext>
            </p:extLst>
          </p:nvPr>
        </p:nvGraphicFramePr>
        <p:xfrm>
          <a:off x="1450117" y="4930389"/>
          <a:ext cx="6320602" cy="542095"/>
        </p:xfrm>
        <a:graphic>
          <a:graphicData uri="http://schemas.openxmlformats.org/presentationml/2006/ole">
            <mc:AlternateContent xmlns:mc="http://schemas.openxmlformats.org/markup-compatibility/2006">
              <mc:Choice xmlns:v="urn:schemas-microsoft-com:vml" Requires="v">
                <p:oleObj spid="_x0000_s700517" name="Equation" r:id="rId5" imgW="6959520" imgH="596880" progId="Equation.DSMT4">
                  <p:embed/>
                </p:oleObj>
              </mc:Choice>
              <mc:Fallback>
                <p:oleObj name="Equation" r:id="rId5" imgW="6959520" imgH="596880" progId="Equation.DSMT4">
                  <p:embed/>
                  <p:pic>
                    <p:nvPicPr>
                      <p:cNvPr id="21" name="Object 20">
                        <a:extLst>
                          <a:ext uri="{FF2B5EF4-FFF2-40B4-BE49-F238E27FC236}">
                            <a16:creationId xmlns="" xmlns:a16="http://schemas.microsoft.com/office/drawing/2014/main" id="{DC0BBC78-2E6F-4ED5-8172-5B37C3DDAC08}"/>
                          </a:ext>
                        </a:extLst>
                      </p:cNvPr>
                      <p:cNvPicPr/>
                      <p:nvPr/>
                    </p:nvPicPr>
                    <p:blipFill>
                      <a:blip r:embed="rId6"/>
                      <a:stretch>
                        <a:fillRect/>
                      </a:stretch>
                    </p:blipFill>
                    <p:spPr>
                      <a:xfrm>
                        <a:off x="1450117" y="4930389"/>
                        <a:ext cx="6320602" cy="542095"/>
                      </a:xfrm>
                      <a:prstGeom prst="rect">
                        <a:avLst/>
                      </a:prstGeom>
                    </p:spPr>
                  </p:pic>
                </p:oleObj>
              </mc:Fallback>
            </mc:AlternateContent>
          </a:graphicData>
        </a:graphic>
      </p:graphicFrame>
    </p:spTree>
    <p:extLst>
      <p:ext uri="{BB962C8B-B14F-4D97-AF65-F5344CB8AC3E}">
        <p14:creationId xmlns:p14="http://schemas.microsoft.com/office/powerpoint/2010/main" val="37426022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5395B6-0219-49F7-A357-000866F7ED93}"/>
              </a:ext>
            </a:extLst>
          </p:cNvPr>
          <p:cNvSpPr>
            <a:spLocks noGrp="1"/>
          </p:cNvSpPr>
          <p:nvPr>
            <p:ph type="title"/>
          </p:nvPr>
        </p:nvSpPr>
        <p:spPr/>
        <p:txBody>
          <a:bodyPr/>
          <a:lstStyle/>
          <a:p>
            <a:r>
              <a:rPr lang="en-US" altLang="en-US" dirty="0"/>
              <a:t>A Comparison Test for Improper Integrals </a:t>
            </a:r>
            <a:r>
              <a:rPr lang="en-US" altLang="en-US" sz="2400" b="0" dirty="0"/>
              <a:t>(2 of 3)</a:t>
            </a:r>
            <a:endParaRPr lang="en-IN" dirty="0"/>
          </a:p>
        </p:txBody>
      </p:sp>
      <p:sp>
        <p:nvSpPr>
          <p:cNvPr id="3" name="Content Placeholder 2">
            <a:extLst>
              <a:ext uri="{FF2B5EF4-FFF2-40B4-BE49-F238E27FC236}">
                <a16:creationId xmlns="" xmlns:a16="http://schemas.microsoft.com/office/drawing/2014/main" id="{003434FB-467B-46A7-B943-B0901656453E}"/>
              </a:ext>
            </a:extLst>
          </p:cNvPr>
          <p:cNvSpPr>
            <a:spLocks noGrp="1"/>
          </p:cNvSpPr>
          <p:nvPr>
            <p:ph sz="quarter" idx="12"/>
          </p:nvPr>
        </p:nvSpPr>
        <p:spPr>
          <a:xfrm>
            <a:off x="741971" y="1292277"/>
            <a:ext cx="10721975" cy="746835"/>
          </a:xfrm>
        </p:spPr>
        <p:txBody>
          <a:bodyPr/>
          <a:lstStyle/>
          <a:p>
            <a:r>
              <a:rPr lang="en-US" altLang="en-US" dirty="0"/>
              <a:t>We omit the proof of the Comparison Theorem, but Figure 12 makes it seem plausible.</a:t>
            </a:r>
            <a:endParaRPr lang="en-IN" dirty="0"/>
          </a:p>
        </p:txBody>
      </p:sp>
      <p:pic>
        <p:nvPicPr>
          <p:cNvPr id="11" name="Content Placeholder 10" descr="Two curves are graphed in the first quadrant of the x y coordinate plane. The first curve labeled f is a decreasing concave upward curve. It starts from the point (a, f(a)) and goes along the x axis without crossing it. The area under the curve, x = a, and the x axis is shaded. Another curve labeled g starts from a point on the line x = a, goes up and to the right with increasing steepness reaches a high point, then it again goes down and to the right exits the bottom right of the viewing window. The curve g is drawn inside the shaded area.">
            <a:extLst>
              <a:ext uri="{FF2B5EF4-FFF2-40B4-BE49-F238E27FC236}">
                <a16:creationId xmlns="" xmlns:a16="http://schemas.microsoft.com/office/drawing/2014/main" id="{3342A6CD-6DFE-4328-9356-79E397927FF4}"/>
              </a:ext>
            </a:extLst>
          </p:cNvPr>
          <p:cNvPicPr>
            <a:picLocks noGrp="1" noChangeAspect="1"/>
          </p:cNvPicPr>
          <p:nvPr>
            <p:ph sz="quarter" idx="13"/>
          </p:nvPr>
        </p:nvPicPr>
        <p:blipFill>
          <a:blip r:embed="rId2"/>
          <a:stretch>
            <a:fillRect/>
          </a:stretch>
        </p:blipFill>
        <p:spPr>
          <a:xfrm>
            <a:off x="4013372" y="2107129"/>
            <a:ext cx="4179171" cy="2545262"/>
          </a:xfrm>
          <a:prstGeom prst="rect">
            <a:avLst/>
          </a:prstGeom>
        </p:spPr>
      </p:pic>
      <p:sp>
        <p:nvSpPr>
          <p:cNvPr id="5" name="Content Placeholder 4">
            <a:extLst>
              <a:ext uri="{FF2B5EF4-FFF2-40B4-BE49-F238E27FC236}">
                <a16:creationId xmlns="" xmlns:a16="http://schemas.microsoft.com/office/drawing/2014/main" id="{1930D554-ADFC-4E60-AC89-DE634FDBCE7F}"/>
              </a:ext>
            </a:extLst>
          </p:cNvPr>
          <p:cNvSpPr>
            <a:spLocks noGrp="1"/>
          </p:cNvSpPr>
          <p:nvPr>
            <p:ph sz="quarter" idx="14"/>
          </p:nvPr>
        </p:nvSpPr>
        <p:spPr>
          <a:xfrm>
            <a:off x="733425" y="4900680"/>
            <a:ext cx="10721975" cy="277938"/>
          </a:xfrm>
        </p:spPr>
        <p:txBody>
          <a:bodyPr/>
          <a:lstStyle/>
          <a:p>
            <a:pPr algn="ctr"/>
            <a:r>
              <a:rPr lang="en-US" altLang="en-US" sz="2000" b="1" dirty="0"/>
              <a:t>Figure 12</a:t>
            </a:r>
          </a:p>
        </p:txBody>
      </p:sp>
      <p:sp>
        <p:nvSpPr>
          <p:cNvPr id="7" name="Content Placeholder 6">
            <a:extLst>
              <a:ext uri="{FF2B5EF4-FFF2-40B4-BE49-F238E27FC236}">
                <a16:creationId xmlns="" xmlns:a16="http://schemas.microsoft.com/office/drawing/2014/main" id="{28DC0650-15D4-4424-8960-E4A32E826649}"/>
              </a:ext>
            </a:extLst>
          </p:cNvPr>
          <p:cNvSpPr>
            <a:spLocks noGrp="1"/>
          </p:cNvSpPr>
          <p:nvPr>
            <p:ph sz="quarter" idx="15"/>
          </p:nvPr>
        </p:nvSpPr>
        <p:spPr>
          <a:xfrm>
            <a:off x="733425" y="5374194"/>
            <a:ext cx="10729913" cy="770573"/>
          </a:xfrm>
        </p:spPr>
        <p:txBody>
          <a:bodyPr/>
          <a:lstStyle/>
          <a:p>
            <a:r>
              <a:rPr lang="en-US" altLang="en-US" dirty="0"/>
              <a:t>If the area under the top curve </a:t>
            </a:r>
            <a:r>
              <a:rPr lang="en-US" altLang="en-US" i="1" dirty="0"/>
              <a:t>y</a:t>
            </a:r>
            <a:r>
              <a:rPr lang="en-US" altLang="en-US" dirty="0"/>
              <a:t> = </a:t>
            </a:r>
            <a:r>
              <a:rPr lang="en-US" altLang="en-US" i="1" dirty="0"/>
              <a:t>f</a:t>
            </a:r>
            <a:r>
              <a:rPr lang="en-US" altLang="en-US" sz="400" dirty="0"/>
              <a:t> </a:t>
            </a:r>
            <a:r>
              <a:rPr lang="en-US" altLang="en-US" dirty="0"/>
              <a:t>(</a:t>
            </a:r>
            <a:r>
              <a:rPr lang="en-US" altLang="en-US" i="1" dirty="0"/>
              <a:t>x</a:t>
            </a:r>
            <a:r>
              <a:rPr lang="en-US" altLang="en-US" dirty="0"/>
              <a:t>) is finite, then so is the area under the bottom curve </a:t>
            </a:r>
            <a:r>
              <a:rPr lang="en-US" altLang="en-US" i="1" dirty="0"/>
              <a:t>y</a:t>
            </a:r>
            <a:r>
              <a:rPr lang="en-US" altLang="en-US" dirty="0"/>
              <a:t> = </a:t>
            </a:r>
            <a:r>
              <a:rPr lang="en-US" altLang="en-US" i="1" dirty="0"/>
              <a:t>g</a:t>
            </a:r>
            <a:r>
              <a:rPr lang="en-US" altLang="en-US" sz="400" dirty="0"/>
              <a:t> </a:t>
            </a:r>
            <a:r>
              <a:rPr lang="en-US" altLang="en-US" dirty="0"/>
              <a:t>(</a:t>
            </a:r>
            <a:r>
              <a:rPr lang="en-US" altLang="en-US" i="1" dirty="0"/>
              <a:t>x</a:t>
            </a:r>
            <a:r>
              <a:rPr lang="en-US" altLang="en-US" dirty="0"/>
              <a:t>).</a:t>
            </a:r>
          </a:p>
        </p:txBody>
      </p:sp>
    </p:spTree>
    <p:extLst>
      <p:ext uri="{BB962C8B-B14F-4D97-AF65-F5344CB8AC3E}">
        <p14:creationId xmlns:p14="http://schemas.microsoft.com/office/powerpoint/2010/main" val="2447680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7D4B8-7B30-441A-BB36-A4978C74AF93}"/>
              </a:ext>
            </a:extLst>
          </p:cNvPr>
          <p:cNvSpPr>
            <a:spLocks noGrp="1"/>
          </p:cNvSpPr>
          <p:nvPr>
            <p:ph type="title"/>
          </p:nvPr>
        </p:nvSpPr>
        <p:spPr/>
        <p:txBody>
          <a:bodyPr/>
          <a:lstStyle/>
          <a:p>
            <a:r>
              <a:rPr lang="en-US" altLang="en-US" dirty="0"/>
              <a:t>A Comparison Test for Improper Integrals </a:t>
            </a:r>
            <a:r>
              <a:rPr lang="en-US" altLang="en-US" sz="2400" b="0" dirty="0"/>
              <a:t>(3 of 3)</a:t>
            </a:r>
            <a:endParaRPr lang="en-IN" dirty="0"/>
          </a:p>
        </p:txBody>
      </p:sp>
      <p:sp>
        <p:nvSpPr>
          <p:cNvPr id="3" name="Content Placeholder 2">
            <a:extLst>
              <a:ext uri="{FF2B5EF4-FFF2-40B4-BE49-F238E27FC236}">
                <a16:creationId xmlns="" xmlns:a16="http://schemas.microsoft.com/office/drawing/2014/main" id="{8512C0A8-56B7-4E94-96E2-2AF99F597B48}"/>
              </a:ext>
            </a:extLst>
          </p:cNvPr>
          <p:cNvSpPr>
            <a:spLocks noGrp="1"/>
          </p:cNvSpPr>
          <p:nvPr>
            <p:ph sz="quarter" idx="23"/>
          </p:nvPr>
        </p:nvSpPr>
        <p:spPr>
          <a:xfrm>
            <a:off x="736600" y="1289050"/>
            <a:ext cx="10718800" cy="672104"/>
          </a:xfrm>
        </p:spPr>
        <p:txBody>
          <a:bodyPr/>
          <a:lstStyle/>
          <a:p>
            <a:pPr>
              <a:spcBef>
                <a:spcPct val="0"/>
              </a:spcBef>
            </a:pPr>
            <a:r>
              <a:rPr lang="en-US" altLang="en-US" dirty="0"/>
              <a:t>If the area under </a:t>
            </a:r>
            <a:r>
              <a:rPr lang="en-US" altLang="en-US" i="1" dirty="0"/>
              <a:t>y</a:t>
            </a:r>
            <a:r>
              <a:rPr lang="en-US" altLang="en-US" dirty="0"/>
              <a:t> = </a:t>
            </a:r>
            <a:r>
              <a:rPr lang="en-US" altLang="en-US" i="1" dirty="0"/>
              <a:t>g</a:t>
            </a:r>
            <a:r>
              <a:rPr lang="en-US" altLang="en-US" sz="400" dirty="0"/>
              <a:t> </a:t>
            </a:r>
            <a:r>
              <a:rPr lang="en-US" altLang="en-US" dirty="0"/>
              <a:t>(</a:t>
            </a:r>
            <a:r>
              <a:rPr lang="en-US" altLang="en-US" i="1" dirty="0"/>
              <a:t>x</a:t>
            </a:r>
            <a:r>
              <a:rPr lang="en-US" altLang="en-US" dirty="0"/>
              <a:t>) is infinite, then so is the area under </a:t>
            </a:r>
            <a:r>
              <a:rPr lang="en-US" altLang="en-US" i="1" dirty="0"/>
              <a:t>y</a:t>
            </a:r>
            <a:r>
              <a:rPr lang="en-US" altLang="en-US" dirty="0"/>
              <a:t> = </a:t>
            </a:r>
            <a:r>
              <a:rPr lang="en-US" altLang="en-US" i="1" dirty="0"/>
              <a:t>f</a:t>
            </a:r>
            <a:r>
              <a:rPr lang="en-US" altLang="en-US" sz="400" dirty="0"/>
              <a:t> </a:t>
            </a:r>
            <a:r>
              <a:rPr lang="en-US" altLang="en-US" dirty="0"/>
              <a:t>(</a:t>
            </a:r>
            <a:r>
              <a:rPr lang="en-US" altLang="en-US" i="1" dirty="0"/>
              <a:t>x</a:t>
            </a:r>
            <a:r>
              <a:rPr lang="en-US" altLang="en-US" dirty="0"/>
              <a:t>). [Note that the reverse is not necessarily true:</a:t>
            </a:r>
          </a:p>
        </p:txBody>
      </p:sp>
      <p:sp>
        <p:nvSpPr>
          <p:cNvPr id="4" name="Content Placeholder 3">
            <a:extLst>
              <a:ext uri="{FF2B5EF4-FFF2-40B4-BE49-F238E27FC236}">
                <a16:creationId xmlns="" xmlns:a16="http://schemas.microsoft.com/office/drawing/2014/main" id="{C39DD2C8-0126-4F90-BB16-264D3245D59D}"/>
              </a:ext>
            </a:extLst>
          </p:cNvPr>
          <p:cNvSpPr>
            <a:spLocks noGrp="1"/>
          </p:cNvSpPr>
          <p:nvPr>
            <p:ph sz="quarter" idx="24"/>
          </p:nvPr>
        </p:nvSpPr>
        <p:spPr>
          <a:xfrm>
            <a:off x="736600" y="2311399"/>
            <a:ext cx="297070" cy="319088"/>
          </a:xfrm>
        </p:spPr>
        <p:txBody>
          <a:bodyPr/>
          <a:lstStyle/>
          <a:p>
            <a:r>
              <a:rPr lang="en-US" altLang="en-US" dirty="0"/>
              <a:t>If</a:t>
            </a:r>
            <a:endParaRPr lang="en-IN" dirty="0"/>
          </a:p>
        </p:txBody>
      </p:sp>
      <p:graphicFrame>
        <p:nvGraphicFramePr>
          <p:cNvPr id="20" name="Content Placeholder 19" descr="int_a^infinity (g(x) d x)&#10;">
            <a:extLst>
              <a:ext uri="{FF2B5EF4-FFF2-40B4-BE49-F238E27FC236}">
                <a16:creationId xmlns="" xmlns:a16="http://schemas.microsoft.com/office/drawing/2014/main" id="{A241A63C-E904-41F1-81A7-AD42603323CE}"/>
              </a:ext>
            </a:extLst>
          </p:cNvPr>
          <p:cNvGraphicFramePr>
            <a:graphicFrameLocks noGrp="1" noChangeAspect="1"/>
          </p:cNvGraphicFramePr>
          <p:nvPr>
            <p:ph sz="quarter" idx="25"/>
            <p:extLst>
              <p:ext uri="{D42A27DB-BD31-4B8C-83A1-F6EECF244321}">
                <p14:modId xmlns:p14="http://schemas.microsoft.com/office/powerpoint/2010/main" val="2357353934"/>
              </p:ext>
            </p:extLst>
          </p:nvPr>
        </p:nvGraphicFramePr>
        <p:xfrm>
          <a:off x="1047678" y="2163301"/>
          <a:ext cx="1327528" cy="572421"/>
        </p:xfrm>
        <a:graphic>
          <a:graphicData uri="http://schemas.openxmlformats.org/presentationml/2006/ole">
            <mc:AlternateContent xmlns:mc="http://schemas.openxmlformats.org/markup-compatibility/2006">
              <mc:Choice xmlns:v="urn:schemas-microsoft-com:vml" Requires="v">
                <p:oleObj spid="_x0000_s701626" name="Equation" r:id="rId3" imgW="1384200" imgH="596880" progId="Equation.DSMT4">
                  <p:embed/>
                </p:oleObj>
              </mc:Choice>
              <mc:Fallback>
                <p:oleObj name="Equation" r:id="rId3" imgW="1384200" imgH="596880" progId="Equation.DSMT4">
                  <p:embed/>
                  <p:pic>
                    <p:nvPicPr>
                      <p:cNvPr id="19" name="Object 18">
                        <a:extLst>
                          <a:ext uri="{FF2B5EF4-FFF2-40B4-BE49-F238E27FC236}">
                            <a16:creationId xmlns="" xmlns:a16="http://schemas.microsoft.com/office/drawing/2014/main" id="{8A02293F-5EC9-4999-AF70-0340E6AA43A8}"/>
                          </a:ext>
                        </a:extLst>
                      </p:cNvPr>
                      <p:cNvPicPr/>
                      <p:nvPr/>
                    </p:nvPicPr>
                    <p:blipFill>
                      <a:blip r:embed="rId4"/>
                      <a:stretch>
                        <a:fillRect/>
                      </a:stretch>
                    </p:blipFill>
                    <p:spPr>
                      <a:xfrm>
                        <a:off x="1047678" y="2163301"/>
                        <a:ext cx="1327528" cy="572421"/>
                      </a:xfrm>
                      <a:prstGeom prst="rect">
                        <a:avLst/>
                      </a:prstGeom>
                    </p:spPr>
                  </p:pic>
                </p:oleObj>
              </mc:Fallback>
            </mc:AlternateContent>
          </a:graphicData>
        </a:graphic>
      </p:graphicFrame>
      <p:sp>
        <p:nvSpPr>
          <p:cNvPr id="6" name="Content Placeholder 5">
            <a:extLst>
              <a:ext uri="{FF2B5EF4-FFF2-40B4-BE49-F238E27FC236}">
                <a16:creationId xmlns="" xmlns:a16="http://schemas.microsoft.com/office/drawing/2014/main" id="{21568790-EFD1-4503-B82B-7D0924EEECB4}"/>
              </a:ext>
            </a:extLst>
          </p:cNvPr>
          <p:cNvSpPr>
            <a:spLocks noGrp="1"/>
          </p:cNvSpPr>
          <p:nvPr>
            <p:ph sz="quarter" idx="26"/>
          </p:nvPr>
        </p:nvSpPr>
        <p:spPr>
          <a:xfrm>
            <a:off x="2464904" y="2311400"/>
            <a:ext cx="1948070" cy="319088"/>
          </a:xfrm>
        </p:spPr>
        <p:txBody>
          <a:bodyPr/>
          <a:lstStyle/>
          <a:p>
            <a:r>
              <a:rPr lang="en-US" altLang="en-US" dirty="0"/>
              <a:t>is convergent,</a:t>
            </a:r>
            <a:endParaRPr lang="en-IN" dirty="0"/>
          </a:p>
        </p:txBody>
      </p:sp>
      <p:graphicFrame>
        <p:nvGraphicFramePr>
          <p:cNvPr id="22" name="Content Placeholder 21" descr="int_a^infinity (f(x) d x)&#10;">
            <a:extLst>
              <a:ext uri="{FF2B5EF4-FFF2-40B4-BE49-F238E27FC236}">
                <a16:creationId xmlns="" xmlns:a16="http://schemas.microsoft.com/office/drawing/2014/main" id="{1FFA07FE-7DD0-4B7F-8F23-E8F1873DE0CD}"/>
              </a:ext>
            </a:extLst>
          </p:cNvPr>
          <p:cNvGraphicFramePr>
            <a:graphicFrameLocks noGrp="1" noChangeAspect="1"/>
          </p:cNvGraphicFramePr>
          <p:nvPr>
            <p:ph sz="quarter" idx="27"/>
            <p:extLst>
              <p:ext uri="{D42A27DB-BD31-4B8C-83A1-F6EECF244321}">
                <p14:modId xmlns:p14="http://schemas.microsoft.com/office/powerpoint/2010/main" val="1079411629"/>
              </p:ext>
            </p:extLst>
          </p:nvPr>
        </p:nvGraphicFramePr>
        <p:xfrm>
          <a:off x="4462669" y="2177255"/>
          <a:ext cx="1299723" cy="587375"/>
        </p:xfrm>
        <a:graphic>
          <a:graphicData uri="http://schemas.openxmlformats.org/presentationml/2006/ole">
            <mc:AlternateContent xmlns:mc="http://schemas.openxmlformats.org/markup-compatibility/2006">
              <mc:Choice xmlns:v="urn:schemas-microsoft-com:vml" Requires="v">
                <p:oleObj spid="_x0000_s701627" name="Equation" r:id="rId5" imgW="1320480" imgH="596880" progId="Equation.DSMT4">
                  <p:embed/>
                </p:oleObj>
              </mc:Choice>
              <mc:Fallback>
                <p:oleObj name="Equation" r:id="rId5" imgW="1320480" imgH="596880" progId="Equation.DSMT4">
                  <p:embed/>
                  <p:pic>
                    <p:nvPicPr>
                      <p:cNvPr id="21" name="Object 20">
                        <a:extLst>
                          <a:ext uri="{FF2B5EF4-FFF2-40B4-BE49-F238E27FC236}">
                            <a16:creationId xmlns="" xmlns:a16="http://schemas.microsoft.com/office/drawing/2014/main" id="{F19785DE-198E-482C-B80B-298B1D5BB429}"/>
                          </a:ext>
                        </a:extLst>
                      </p:cNvPr>
                      <p:cNvPicPr/>
                      <p:nvPr/>
                    </p:nvPicPr>
                    <p:blipFill>
                      <a:blip r:embed="rId6"/>
                      <a:stretch>
                        <a:fillRect/>
                      </a:stretch>
                    </p:blipFill>
                    <p:spPr>
                      <a:xfrm>
                        <a:off x="4462669" y="2177255"/>
                        <a:ext cx="1299723" cy="587375"/>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6CF59F66-1C99-4A3A-9C07-94A4C0426B6C}"/>
              </a:ext>
            </a:extLst>
          </p:cNvPr>
          <p:cNvSpPr>
            <a:spLocks noGrp="1"/>
          </p:cNvSpPr>
          <p:nvPr>
            <p:ph sz="quarter" idx="28"/>
          </p:nvPr>
        </p:nvSpPr>
        <p:spPr>
          <a:xfrm>
            <a:off x="5870990" y="2301460"/>
            <a:ext cx="5359401" cy="319089"/>
          </a:xfrm>
        </p:spPr>
        <p:txBody>
          <a:bodyPr/>
          <a:lstStyle/>
          <a:p>
            <a:r>
              <a:rPr lang="en-US" altLang="en-US" dirty="0"/>
              <a:t>may or may not be convergent, and if</a:t>
            </a:r>
            <a:endParaRPr lang="en-IN" dirty="0"/>
          </a:p>
        </p:txBody>
      </p:sp>
      <p:graphicFrame>
        <p:nvGraphicFramePr>
          <p:cNvPr id="24" name="Content Placeholder 23" descr="int_a^infinity (f(x) d x)&#10;">
            <a:extLst>
              <a:ext uri="{FF2B5EF4-FFF2-40B4-BE49-F238E27FC236}">
                <a16:creationId xmlns="" xmlns:a16="http://schemas.microsoft.com/office/drawing/2014/main" id="{614E092B-DB4A-4AE6-9C0C-6F149D967340}"/>
              </a:ext>
            </a:extLst>
          </p:cNvPr>
          <p:cNvGraphicFramePr>
            <a:graphicFrameLocks noGrp="1" noChangeAspect="1"/>
          </p:cNvGraphicFramePr>
          <p:nvPr>
            <p:ph sz="quarter" idx="29"/>
            <p:extLst>
              <p:ext uri="{D42A27DB-BD31-4B8C-83A1-F6EECF244321}">
                <p14:modId xmlns:p14="http://schemas.microsoft.com/office/powerpoint/2010/main" val="1447058936"/>
              </p:ext>
            </p:extLst>
          </p:nvPr>
        </p:nvGraphicFramePr>
        <p:xfrm>
          <a:off x="736600" y="2831647"/>
          <a:ext cx="1214045" cy="548655"/>
        </p:xfrm>
        <a:graphic>
          <a:graphicData uri="http://schemas.openxmlformats.org/presentationml/2006/ole">
            <mc:AlternateContent xmlns:mc="http://schemas.openxmlformats.org/markup-compatibility/2006">
              <mc:Choice xmlns:v="urn:schemas-microsoft-com:vml" Requires="v">
                <p:oleObj spid="_x0000_s701628" name="Equation" r:id="rId7" imgW="1320480" imgH="596880" progId="Equation.DSMT4">
                  <p:embed/>
                </p:oleObj>
              </mc:Choice>
              <mc:Fallback>
                <p:oleObj name="Equation" r:id="rId7" imgW="1320480" imgH="596880" progId="Equation.DSMT4">
                  <p:embed/>
                  <p:pic>
                    <p:nvPicPr>
                      <p:cNvPr id="23" name="Object 22">
                        <a:extLst>
                          <a:ext uri="{FF2B5EF4-FFF2-40B4-BE49-F238E27FC236}">
                            <a16:creationId xmlns="" xmlns:a16="http://schemas.microsoft.com/office/drawing/2014/main" id="{77095B30-1916-4CF8-9EFF-BFD547755632}"/>
                          </a:ext>
                        </a:extLst>
                      </p:cNvPr>
                      <p:cNvPicPr/>
                      <p:nvPr/>
                    </p:nvPicPr>
                    <p:blipFill>
                      <a:blip r:embed="rId8"/>
                      <a:stretch>
                        <a:fillRect/>
                      </a:stretch>
                    </p:blipFill>
                    <p:spPr>
                      <a:xfrm>
                        <a:off x="736600" y="2831647"/>
                        <a:ext cx="1214045" cy="548655"/>
                      </a:xfrm>
                      <a:prstGeom prst="rect">
                        <a:avLst/>
                      </a:prstGeom>
                    </p:spPr>
                  </p:pic>
                </p:oleObj>
              </mc:Fallback>
            </mc:AlternateContent>
          </a:graphicData>
        </a:graphic>
      </p:graphicFrame>
      <p:sp>
        <p:nvSpPr>
          <p:cNvPr id="10" name="Content Placeholder 9">
            <a:extLst>
              <a:ext uri="{FF2B5EF4-FFF2-40B4-BE49-F238E27FC236}">
                <a16:creationId xmlns="" xmlns:a16="http://schemas.microsoft.com/office/drawing/2014/main" id="{CD461D58-48C0-409B-892E-0F35253ECDA6}"/>
              </a:ext>
            </a:extLst>
          </p:cNvPr>
          <p:cNvSpPr>
            <a:spLocks noGrp="1"/>
          </p:cNvSpPr>
          <p:nvPr>
            <p:ph sz="quarter" idx="30"/>
          </p:nvPr>
        </p:nvSpPr>
        <p:spPr>
          <a:xfrm>
            <a:off x="2107095" y="2936772"/>
            <a:ext cx="1759226" cy="363019"/>
          </a:xfrm>
        </p:spPr>
        <p:txBody>
          <a:bodyPr/>
          <a:lstStyle/>
          <a:p>
            <a:r>
              <a:rPr lang="en-US" altLang="en-US" dirty="0"/>
              <a:t>is divergent,</a:t>
            </a:r>
            <a:endParaRPr lang="en-IN" dirty="0"/>
          </a:p>
        </p:txBody>
      </p:sp>
      <p:graphicFrame>
        <p:nvGraphicFramePr>
          <p:cNvPr id="26" name="Content Placeholder 25" descr="int_a^infinity (g(x) d x)&#10;">
            <a:extLst>
              <a:ext uri="{FF2B5EF4-FFF2-40B4-BE49-F238E27FC236}">
                <a16:creationId xmlns="" xmlns:a16="http://schemas.microsoft.com/office/drawing/2014/main" id="{BE44C8FA-FF0B-46D4-951F-F2EE0201401C}"/>
              </a:ext>
            </a:extLst>
          </p:cNvPr>
          <p:cNvGraphicFramePr>
            <a:graphicFrameLocks noGrp="1" noChangeAspect="1"/>
          </p:cNvGraphicFramePr>
          <p:nvPr>
            <p:ph sz="quarter" idx="31"/>
            <p:extLst>
              <p:ext uri="{D42A27DB-BD31-4B8C-83A1-F6EECF244321}">
                <p14:modId xmlns:p14="http://schemas.microsoft.com/office/powerpoint/2010/main" val="2222254894"/>
              </p:ext>
            </p:extLst>
          </p:nvPr>
        </p:nvGraphicFramePr>
        <p:xfrm>
          <a:off x="3875860" y="2834202"/>
          <a:ext cx="1266487" cy="546100"/>
        </p:xfrm>
        <a:graphic>
          <a:graphicData uri="http://schemas.openxmlformats.org/presentationml/2006/ole">
            <mc:AlternateContent xmlns:mc="http://schemas.openxmlformats.org/markup-compatibility/2006">
              <mc:Choice xmlns:v="urn:schemas-microsoft-com:vml" Requires="v">
                <p:oleObj spid="_x0000_s701629" name="Equation" r:id="rId9" imgW="1384200" imgH="596880" progId="Equation.DSMT4">
                  <p:embed/>
                </p:oleObj>
              </mc:Choice>
              <mc:Fallback>
                <p:oleObj name="Equation" r:id="rId9" imgW="1384200" imgH="596880" progId="Equation.DSMT4">
                  <p:embed/>
                  <p:pic>
                    <p:nvPicPr>
                      <p:cNvPr id="25" name="Object 24">
                        <a:extLst>
                          <a:ext uri="{FF2B5EF4-FFF2-40B4-BE49-F238E27FC236}">
                            <a16:creationId xmlns="" xmlns:a16="http://schemas.microsoft.com/office/drawing/2014/main" id="{82CC7F4A-9E18-4197-A88C-C684321E7151}"/>
                          </a:ext>
                        </a:extLst>
                      </p:cNvPr>
                      <p:cNvPicPr/>
                      <p:nvPr/>
                    </p:nvPicPr>
                    <p:blipFill>
                      <a:blip r:embed="rId10"/>
                      <a:stretch>
                        <a:fillRect/>
                      </a:stretch>
                    </p:blipFill>
                    <p:spPr>
                      <a:xfrm>
                        <a:off x="3875860" y="2834202"/>
                        <a:ext cx="1266487" cy="546100"/>
                      </a:xfrm>
                      <a:prstGeom prst="rect">
                        <a:avLst/>
                      </a:prstGeom>
                    </p:spPr>
                  </p:pic>
                </p:oleObj>
              </mc:Fallback>
            </mc:AlternateContent>
          </a:graphicData>
        </a:graphic>
      </p:graphicFrame>
      <p:sp>
        <p:nvSpPr>
          <p:cNvPr id="12" name="Content Placeholder 11">
            <a:extLst>
              <a:ext uri="{FF2B5EF4-FFF2-40B4-BE49-F238E27FC236}">
                <a16:creationId xmlns="" xmlns:a16="http://schemas.microsoft.com/office/drawing/2014/main" id="{1DF678B7-C456-4817-AA94-B04C43C43976}"/>
              </a:ext>
            </a:extLst>
          </p:cNvPr>
          <p:cNvSpPr>
            <a:spLocks noGrp="1"/>
          </p:cNvSpPr>
          <p:nvPr>
            <p:ph sz="quarter" idx="32"/>
          </p:nvPr>
        </p:nvSpPr>
        <p:spPr>
          <a:xfrm>
            <a:off x="5251173" y="2936772"/>
            <a:ext cx="4131366" cy="363019"/>
          </a:xfrm>
        </p:spPr>
        <p:txBody>
          <a:bodyPr/>
          <a:lstStyle/>
          <a:p>
            <a:r>
              <a:rPr lang="en-US" altLang="en-US" dirty="0"/>
              <a:t>may or may not be divergent.]</a:t>
            </a:r>
          </a:p>
        </p:txBody>
      </p:sp>
    </p:spTree>
    <p:extLst>
      <p:ext uri="{BB962C8B-B14F-4D97-AF65-F5344CB8AC3E}">
        <p14:creationId xmlns:p14="http://schemas.microsoft.com/office/powerpoint/2010/main" val="24275483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97572D-6CD3-4079-A40A-4C1E33EFDCB4}"/>
              </a:ext>
            </a:extLst>
          </p:cNvPr>
          <p:cNvSpPr>
            <a:spLocks noGrp="1"/>
          </p:cNvSpPr>
          <p:nvPr>
            <p:ph type="title"/>
          </p:nvPr>
        </p:nvSpPr>
        <p:spPr>
          <a:xfrm>
            <a:off x="838200" y="365126"/>
            <a:ext cx="10515600" cy="566994"/>
          </a:xfrm>
        </p:spPr>
        <p:txBody>
          <a:bodyPr/>
          <a:lstStyle/>
          <a:p>
            <a:r>
              <a:rPr lang="en-US" altLang="en-US" dirty="0"/>
              <a:t>Example 9</a:t>
            </a:r>
            <a:endParaRPr lang="en-IN" dirty="0"/>
          </a:p>
        </p:txBody>
      </p:sp>
      <p:sp>
        <p:nvSpPr>
          <p:cNvPr id="3" name="Content Placeholder 2">
            <a:extLst>
              <a:ext uri="{FF2B5EF4-FFF2-40B4-BE49-F238E27FC236}">
                <a16:creationId xmlns="" xmlns:a16="http://schemas.microsoft.com/office/drawing/2014/main" id="{F72BAA66-2F04-4B39-9C58-F62413828529}"/>
              </a:ext>
            </a:extLst>
          </p:cNvPr>
          <p:cNvSpPr>
            <a:spLocks noGrp="1"/>
          </p:cNvSpPr>
          <p:nvPr>
            <p:ph sz="quarter" idx="23"/>
          </p:nvPr>
        </p:nvSpPr>
        <p:spPr>
          <a:xfrm>
            <a:off x="736600" y="1289050"/>
            <a:ext cx="1400313" cy="311150"/>
          </a:xfrm>
        </p:spPr>
        <p:txBody>
          <a:bodyPr/>
          <a:lstStyle/>
          <a:p>
            <a:r>
              <a:rPr lang="en-US" altLang="en-US" dirty="0"/>
              <a:t>Show that</a:t>
            </a:r>
            <a:endParaRPr lang="en-IN" dirty="0"/>
          </a:p>
        </p:txBody>
      </p:sp>
      <p:graphicFrame>
        <p:nvGraphicFramePr>
          <p:cNvPr id="20" name="Content Placeholder 19" descr="int_0^infinity ((e^(negative (x)^2)) d x)&#10;">
            <a:extLst>
              <a:ext uri="{FF2B5EF4-FFF2-40B4-BE49-F238E27FC236}">
                <a16:creationId xmlns="" xmlns:a16="http://schemas.microsoft.com/office/drawing/2014/main" id="{C8E58827-7EA8-494B-BD7B-CD7F75451D3C}"/>
              </a:ext>
            </a:extLst>
          </p:cNvPr>
          <p:cNvGraphicFramePr>
            <a:graphicFrameLocks noGrp="1" noChangeAspect="1"/>
          </p:cNvGraphicFramePr>
          <p:nvPr>
            <p:ph sz="quarter" idx="24"/>
            <p:extLst>
              <p:ext uri="{D42A27DB-BD31-4B8C-83A1-F6EECF244321}">
                <p14:modId xmlns:p14="http://schemas.microsoft.com/office/powerpoint/2010/main" val="4283255389"/>
              </p:ext>
            </p:extLst>
          </p:nvPr>
        </p:nvGraphicFramePr>
        <p:xfrm>
          <a:off x="2172856" y="1145516"/>
          <a:ext cx="1351895" cy="605134"/>
        </p:xfrm>
        <a:graphic>
          <a:graphicData uri="http://schemas.openxmlformats.org/presentationml/2006/ole">
            <mc:AlternateContent xmlns:mc="http://schemas.openxmlformats.org/markup-compatibility/2006">
              <mc:Choice xmlns:v="urn:schemas-microsoft-com:vml" Requires="v">
                <p:oleObj spid="_x0000_s702598" name="Equation" r:id="rId3" imgW="1333440" imgH="596880" progId="Equation.DSMT4">
                  <p:embed/>
                </p:oleObj>
              </mc:Choice>
              <mc:Fallback>
                <p:oleObj name="Equation" r:id="rId3" imgW="1333440" imgH="596880" progId="Equation.DSMT4">
                  <p:embed/>
                  <p:pic>
                    <p:nvPicPr>
                      <p:cNvPr id="19" name="Object 18">
                        <a:extLst>
                          <a:ext uri="{FF2B5EF4-FFF2-40B4-BE49-F238E27FC236}">
                            <a16:creationId xmlns="" xmlns:a16="http://schemas.microsoft.com/office/drawing/2014/main" id="{F4AA49C4-CA7B-4AE5-AF5D-DE9A2BC5A0ED}"/>
                          </a:ext>
                        </a:extLst>
                      </p:cNvPr>
                      <p:cNvPicPr/>
                      <p:nvPr/>
                    </p:nvPicPr>
                    <p:blipFill>
                      <a:blip r:embed="rId4"/>
                      <a:stretch>
                        <a:fillRect/>
                      </a:stretch>
                    </p:blipFill>
                    <p:spPr>
                      <a:xfrm>
                        <a:off x="2172856" y="1145516"/>
                        <a:ext cx="1351895" cy="605134"/>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72E25600-AE7C-4A62-B52D-F8961563F338}"/>
              </a:ext>
            </a:extLst>
          </p:cNvPr>
          <p:cNvSpPr>
            <a:spLocks noGrp="1"/>
          </p:cNvSpPr>
          <p:nvPr>
            <p:ph sz="quarter" idx="25"/>
          </p:nvPr>
        </p:nvSpPr>
        <p:spPr>
          <a:xfrm>
            <a:off x="3610387" y="1289051"/>
            <a:ext cx="2167899" cy="311150"/>
          </a:xfrm>
        </p:spPr>
        <p:txBody>
          <a:bodyPr/>
          <a:lstStyle/>
          <a:p>
            <a:r>
              <a:rPr lang="en-US" altLang="en-US" dirty="0"/>
              <a:t>is convergent.</a:t>
            </a:r>
          </a:p>
        </p:txBody>
      </p:sp>
      <p:sp>
        <p:nvSpPr>
          <p:cNvPr id="6" name="Content Placeholder 5">
            <a:extLst>
              <a:ext uri="{FF2B5EF4-FFF2-40B4-BE49-F238E27FC236}">
                <a16:creationId xmlns="" xmlns:a16="http://schemas.microsoft.com/office/drawing/2014/main" id="{7568F7F3-1947-490E-9C6C-6FD876F02D5A}"/>
              </a:ext>
            </a:extLst>
          </p:cNvPr>
          <p:cNvSpPr>
            <a:spLocks noGrp="1"/>
          </p:cNvSpPr>
          <p:nvPr>
            <p:ph sz="quarter" idx="26"/>
          </p:nvPr>
        </p:nvSpPr>
        <p:spPr>
          <a:xfrm>
            <a:off x="736600" y="1889126"/>
            <a:ext cx="9103139" cy="847017"/>
          </a:xfrm>
        </p:spPr>
        <p:txBody>
          <a:bodyPr/>
          <a:lstStyle/>
          <a:p>
            <a:r>
              <a:rPr lang="en-US" altLang="en-US" b="1" dirty="0">
                <a:solidFill>
                  <a:srgbClr val="0000A3"/>
                </a:solidFill>
              </a:rPr>
              <a:t>Solution:</a:t>
            </a:r>
          </a:p>
          <a:p>
            <a:r>
              <a:rPr lang="en-US" altLang="en-US" dirty="0"/>
              <a:t>We can’t evaluate the integral directly because the antiderivative of</a:t>
            </a:r>
            <a:endParaRPr lang="en-IN" dirty="0"/>
          </a:p>
        </p:txBody>
      </p:sp>
      <p:graphicFrame>
        <p:nvGraphicFramePr>
          <p:cNvPr id="22" name="Content Placeholder 21" descr="(e^(negative (x)^2))&#10;">
            <a:extLst>
              <a:ext uri="{FF2B5EF4-FFF2-40B4-BE49-F238E27FC236}">
                <a16:creationId xmlns="" xmlns:a16="http://schemas.microsoft.com/office/drawing/2014/main" id="{394141C1-7E9B-4908-9D29-7E5792DFAEFC}"/>
              </a:ext>
            </a:extLst>
          </p:cNvPr>
          <p:cNvGraphicFramePr>
            <a:graphicFrameLocks noGrp="1" noChangeAspect="1"/>
          </p:cNvGraphicFramePr>
          <p:nvPr>
            <p:ph sz="quarter" idx="27"/>
            <p:extLst>
              <p:ext uri="{D42A27DB-BD31-4B8C-83A1-F6EECF244321}">
                <p14:modId xmlns:p14="http://schemas.microsoft.com/office/powerpoint/2010/main" val="1505490030"/>
              </p:ext>
            </p:extLst>
          </p:nvPr>
        </p:nvGraphicFramePr>
        <p:xfrm>
          <a:off x="9893687" y="2228537"/>
          <a:ext cx="553267" cy="414950"/>
        </p:xfrm>
        <a:graphic>
          <a:graphicData uri="http://schemas.openxmlformats.org/presentationml/2006/ole">
            <mc:AlternateContent xmlns:mc="http://schemas.openxmlformats.org/markup-compatibility/2006">
              <mc:Choice xmlns:v="urn:schemas-microsoft-com:vml" Requires="v">
                <p:oleObj spid="_x0000_s702599" name="Equation" r:id="rId5" imgW="558720" imgH="419040" progId="Equation.DSMT4">
                  <p:embed/>
                </p:oleObj>
              </mc:Choice>
              <mc:Fallback>
                <p:oleObj name="Equation" r:id="rId5" imgW="558720" imgH="419040" progId="Equation.DSMT4">
                  <p:embed/>
                  <p:pic>
                    <p:nvPicPr>
                      <p:cNvPr id="21" name="Object 20">
                        <a:extLst>
                          <a:ext uri="{FF2B5EF4-FFF2-40B4-BE49-F238E27FC236}">
                            <a16:creationId xmlns="" xmlns:a16="http://schemas.microsoft.com/office/drawing/2014/main" id="{951A2527-7BE1-4130-A83B-3B2077A935D3}"/>
                          </a:ext>
                        </a:extLst>
                      </p:cNvPr>
                      <p:cNvPicPr/>
                      <p:nvPr/>
                    </p:nvPicPr>
                    <p:blipFill>
                      <a:blip r:embed="rId6"/>
                      <a:stretch>
                        <a:fillRect/>
                      </a:stretch>
                    </p:blipFill>
                    <p:spPr>
                      <a:xfrm>
                        <a:off x="9893687" y="2228537"/>
                        <a:ext cx="553267" cy="414950"/>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29B259E4-E095-4E22-80B0-880E834F8455}"/>
              </a:ext>
            </a:extLst>
          </p:cNvPr>
          <p:cNvSpPr>
            <a:spLocks noGrp="1"/>
          </p:cNvSpPr>
          <p:nvPr>
            <p:ph sz="quarter" idx="28"/>
          </p:nvPr>
        </p:nvSpPr>
        <p:spPr>
          <a:xfrm>
            <a:off x="736601" y="2755514"/>
            <a:ext cx="4203148" cy="401917"/>
          </a:xfrm>
        </p:spPr>
        <p:txBody>
          <a:bodyPr/>
          <a:lstStyle/>
          <a:p>
            <a:r>
              <a:rPr lang="en-US" altLang="en-US" dirty="0"/>
              <a:t>is not an elementary function.</a:t>
            </a:r>
            <a:endParaRPr lang="en-IN" dirty="0"/>
          </a:p>
        </p:txBody>
      </p:sp>
      <p:sp>
        <p:nvSpPr>
          <p:cNvPr id="9" name="Content Placeholder 8">
            <a:extLst>
              <a:ext uri="{FF2B5EF4-FFF2-40B4-BE49-F238E27FC236}">
                <a16:creationId xmlns="" xmlns:a16="http://schemas.microsoft.com/office/drawing/2014/main" id="{6F225571-9FCA-4005-9C06-6B65FE75F9C2}"/>
              </a:ext>
            </a:extLst>
          </p:cNvPr>
          <p:cNvSpPr>
            <a:spLocks noGrp="1"/>
          </p:cNvSpPr>
          <p:nvPr>
            <p:ph sz="quarter" idx="29"/>
          </p:nvPr>
        </p:nvSpPr>
        <p:spPr>
          <a:xfrm>
            <a:off x="736600" y="3349281"/>
            <a:ext cx="5151016" cy="333805"/>
          </a:xfrm>
        </p:spPr>
        <p:txBody>
          <a:bodyPr/>
          <a:lstStyle/>
          <a:p>
            <a:r>
              <a:rPr lang="en-US" altLang="en-US" dirty="0"/>
              <a:t>We write</a:t>
            </a:r>
            <a:endParaRPr lang="en-IN" dirty="0"/>
          </a:p>
        </p:txBody>
      </p:sp>
      <p:graphicFrame>
        <p:nvGraphicFramePr>
          <p:cNvPr id="24" name="Content Placeholder 23" descr="int_0^infinity ((e^(negative (x)^2)) d x) = int_0^1 ((e^(negative (x)^2)) d x) + int_1^infinity ((e^(negative (x)^2)) d x)&#10;">
            <a:extLst>
              <a:ext uri="{FF2B5EF4-FFF2-40B4-BE49-F238E27FC236}">
                <a16:creationId xmlns="" xmlns:a16="http://schemas.microsoft.com/office/drawing/2014/main" id="{55EA5A88-8A40-4A2E-BCE3-798ED71F8919}"/>
              </a:ext>
            </a:extLst>
          </p:cNvPr>
          <p:cNvGraphicFramePr>
            <a:graphicFrameLocks noGrp="1" noChangeAspect="1"/>
          </p:cNvGraphicFramePr>
          <p:nvPr>
            <p:ph sz="quarter" idx="30"/>
            <p:extLst>
              <p:ext uri="{D42A27DB-BD31-4B8C-83A1-F6EECF244321}">
                <p14:modId xmlns:p14="http://schemas.microsoft.com/office/powerpoint/2010/main" val="3023107333"/>
              </p:ext>
            </p:extLst>
          </p:nvPr>
        </p:nvGraphicFramePr>
        <p:xfrm>
          <a:off x="4035425" y="3952875"/>
          <a:ext cx="4305300" cy="620713"/>
        </p:xfrm>
        <a:graphic>
          <a:graphicData uri="http://schemas.openxmlformats.org/presentationml/2006/ole">
            <mc:AlternateContent xmlns:mc="http://schemas.openxmlformats.org/markup-compatibility/2006">
              <mc:Choice xmlns:v="urn:schemas-microsoft-com:vml" Requires="v">
                <p:oleObj spid="_x0000_s702600" name="Equation" r:id="rId7" imgW="4140000" imgH="596880" progId="Equation.DSMT4">
                  <p:embed/>
                </p:oleObj>
              </mc:Choice>
              <mc:Fallback>
                <p:oleObj name="Equation" r:id="rId7" imgW="4140000" imgH="596880" progId="Equation.DSMT4">
                  <p:embed/>
                  <p:pic>
                    <p:nvPicPr>
                      <p:cNvPr id="23" name="Object 22">
                        <a:extLst>
                          <a:ext uri="{FF2B5EF4-FFF2-40B4-BE49-F238E27FC236}">
                            <a16:creationId xmlns="" xmlns:a16="http://schemas.microsoft.com/office/drawing/2014/main" id="{8A05F307-1889-4853-A110-034A588A31CC}"/>
                          </a:ext>
                        </a:extLst>
                      </p:cNvPr>
                      <p:cNvPicPr/>
                      <p:nvPr/>
                    </p:nvPicPr>
                    <p:blipFill>
                      <a:blip r:embed="rId8"/>
                      <a:stretch>
                        <a:fillRect/>
                      </a:stretch>
                    </p:blipFill>
                    <p:spPr>
                      <a:xfrm>
                        <a:off x="4035425" y="3952875"/>
                        <a:ext cx="4305300" cy="620713"/>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42CCCEB3-54F9-4C90-BBC9-8F1AA7F43FA7}"/>
              </a:ext>
            </a:extLst>
          </p:cNvPr>
          <p:cNvSpPr>
            <a:spLocks noGrp="1"/>
          </p:cNvSpPr>
          <p:nvPr>
            <p:ph sz="quarter" idx="31"/>
          </p:nvPr>
        </p:nvSpPr>
        <p:spPr>
          <a:xfrm>
            <a:off x="736599" y="4979504"/>
            <a:ext cx="10712449" cy="958229"/>
          </a:xfrm>
        </p:spPr>
        <p:txBody>
          <a:bodyPr/>
          <a:lstStyle/>
          <a:p>
            <a:r>
              <a:rPr lang="en-US" altLang="en-US" dirty="0"/>
              <a:t>and observe that the first integral on the right-hand side is just an ordinary definite integral.</a:t>
            </a:r>
          </a:p>
        </p:txBody>
      </p:sp>
    </p:spTree>
    <p:extLst>
      <p:ext uri="{BB962C8B-B14F-4D97-AF65-F5344CB8AC3E}">
        <p14:creationId xmlns:p14="http://schemas.microsoft.com/office/powerpoint/2010/main" val="1583637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1D7CCF-96BA-4A16-AD7D-C4331D46A124}"/>
              </a:ext>
            </a:extLst>
          </p:cNvPr>
          <p:cNvSpPr>
            <a:spLocks noGrp="1"/>
          </p:cNvSpPr>
          <p:nvPr>
            <p:ph type="title"/>
          </p:nvPr>
        </p:nvSpPr>
        <p:spPr/>
        <p:txBody>
          <a:bodyPr/>
          <a:lstStyle/>
          <a:p>
            <a:r>
              <a:rPr lang="en-US" altLang="en-US" dirty="0"/>
              <a:t>Example 9 – </a:t>
            </a:r>
            <a:r>
              <a:rPr lang="en-US" altLang="en-US" i="1" dirty="0"/>
              <a:t>Solution </a:t>
            </a:r>
            <a:r>
              <a:rPr lang="en-US" altLang="en-US" sz="2400" b="0" dirty="0"/>
              <a:t>(1 of 2)</a:t>
            </a:r>
            <a:endParaRPr lang="en-IN" sz="2400" b="0" dirty="0"/>
          </a:p>
        </p:txBody>
      </p:sp>
      <p:sp>
        <p:nvSpPr>
          <p:cNvPr id="3" name="Content Placeholder 2">
            <a:extLst>
              <a:ext uri="{FF2B5EF4-FFF2-40B4-BE49-F238E27FC236}">
                <a16:creationId xmlns="" xmlns:a16="http://schemas.microsoft.com/office/drawing/2014/main" id="{1A6FCB65-1EE2-42AC-9B29-655C09F46CDA}"/>
              </a:ext>
            </a:extLst>
          </p:cNvPr>
          <p:cNvSpPr>
            <a:spLocks noGrp="1"/>
          </p:cNvSpPr>
          <p:nvPr>
            <p:ph sz="quarter" idx="23"/>
          </p:nvPr>
        </p:nvSpPr>
        <p:spPr>
          <a:xfrm>
            <a:off x="736600" y="1289050"/>
            <a:ext cx="8059530" cy="330557"/>
          </a:xfrm>
        </p:spPr>
        <p:txBody>
          <a:bodyPr/>
          <a:lstStyle/>
          <a:p>
            <a:r>
              <a:rPr lang="en-US" altLang="en-US" dirty="0"/>
              <a:t>In the second integral we use the fact that for </a:t>
            </a:r>
            <a:r>
              <a:rPr lang="en-US" altLang="en-US" i="1" dirty="0"/>
              <a:t>x</a:t>
            </a:r>
            <a:r>
              <a:rPr lang="en-US" altLang="en-US" dirty="0"/>
              <a:t> </a:t>
            </a:r>
            <a:r>
              <a:rPr lang="en-US" altLang="en-US" b="1" dirty="0">
                <a:sym typeface="Symbol" panose="05050102010706020507" pitchFamily="18" charset="2"/>
              </a:rPr>
              <a:t></a:t>
            </a:r>
            <a:r>
              <a:rPr lang="en-US" altLang="en-US" dirty="0"/>
              <a:t> 1 we have</a:t>
            </a:r>
            <a:endParaRPr lang="en-IN" dirty="0"/>
          </a:p>
        </p:txBody>
      </p:sp>
      <p:graphicFrame>
        <p:nvGraphicFramePr>
          <p:cNvPr id="20" name="Content Placeholder 19" descr="(x^2) &gt;= x, so negative (x^2) &lt;= negative  x">
            <a:extLst>
              <a:ext uri="{FF2B5EF4-FFF2-40B4-BE49-F238E27FC236}">
                <a16:creationId xmlns="" xmlns:a16="http://schemas.microsoft.com/office/drawing/2014/main" id="{D8D93689-90A6-4AB6-B829-C3C47C61805D}"/>
              </a:ext>
            </a:extLst>
          </p:cNvPr>
          <p:cNvGraphicFramePr>
            <a:graphicFrameLocks noGrp="1" noChangeAspect="1"/>
          </p:cNvGraphicFramePr>
          <p:nvPr>
            <p:ph sz="quarter" idx="24"/>
            <p:extLst>
              <p:ext uri="{D42A27DB-BD31-4B8C-83A1-F6EECF244321}">
                <p14:modId xmlns:p14="http://schemas.microsoft.com/office/powerpoint/2010/main" val="893651185"/>
              </p:ext>
            </p:extLst>
          </p:nvPr>
        </p:nvGraphicFramePr>
        <p:xfrm>
          <a:off x="8875030" y="1247885"/>
          <a:ext cx="2704604" cy="422125"/>
        </p:xfrm>
        <a:graphic>
          <a:graphicData uri="http://schemas.openxmlformats.org/presentationml/2006/ole">
            <mc:AlternateContent xmlns:mc="http://schemas.openxmlformats.org/markup-compatibility/2006">
              <mc:Choice xmlns:v="urn:schemas-microsoft-com:vml" Requires="v">
                <p:oleObj spid="_x0000_s703658" name="Equation" r:id="rId3" imgW="2603160" imgH="406080" progId="Equation.DSMT4">
                  <p:embed/>
                </p:oleObj>
              </mc:Choice>
              <mc:Fallback>
                <p:oleObj name="Equation" r:id="rId3" imgW="2603160" imgH="406080" progId="Equation.DSMT4">
                  <p:embed/>
                  <p:pic>
                    <p:nvPicPr>
                      <p:cNvPr id="19" name="Object 18">
                        <a:extLst>
                          <a:ext uri="{FF2B5EF4-FFF2-40B4-BE49-F238E27FC236}">
                            <a16:creationId xmlns="" xmlns:a16="http://schemas.microsoft.com/office/drawing/2014/main" id="{E1EC40E6-23EB-488F-9728-F6A4A455875A}"/>
                          </a:ext>
                        </a:extLst>
                      </p:cNvPr>
                      <p:cNvPicPr/>
                      <p:nvPr/>
                    </p:nvPicPr>
                    <p:blipFill>
                      <a:blip r:embed="rId4"/>
                      <a:stretch>
                        <a:fillRect/>
                      </a:stretch>
                    </p:blipFill>
                    <p:spPr>
                      <a:xfrm>
                        <a:off x="8875030" y="1247885"/>
                        <a:ext cx="2704604" cy="422125"/>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DB72596D-31B3-4B0D-A50D-A1E6E6B6B99B}"/>
              </a:ext>
            </a:extLst>
          </p:cNvPr>
          <p:cNvSpPr>
            <a:spLocks noGrp="1"/>
          </p:cNvSpPr>
          <p:nvPr>
            <p:ph sz="quarter" idx="25"/>
          </p:nvPr>
        </p:nvSpPr>
        <p:spPr>
          <a:xfrm>
            <a:off x="736600" y="1825831"/>
            <a:ext cx="1867452" cy="344169"/>
          </a:xfrm>
        </p:spPr>
        <p:txBody>
          <a:bodyPr/>
          <a:lstStyle/>
          <a:p>
            <a:r>
              <a:rPr lang="en-US" altLang="en-US" dirty="0"/>
              <a:t>and therefore</a:t>
            </a:r>
            <a:endParaRPr lang="en-IN" dirty="0"/>
          </a:p>
        </p:txBody>
      </p:sp>
      <p:graphicFrame>
        <p:nvGraphicFramePr>
          <p:cNvPr id="22" name="Content Placeholder 21" descr="(e^(negative (x)^2)) &lt;= (e^negative x)&#10;">
            <a:extLst>
              <a:ext uri="{FF2B5EF4-FFF2-40B4-BE49-F238E27FC236}">
                <a16:creationId xmlns="" xmlns:a16="http://schemas.microsoft.com/office/drawing/2014/main" id="{A78ADBE6-09E1-430D-BD7F-49F91116E49F}"/>
              </a:ext>
            </a:extLst>
          </p:cNvPr>
          <p:cNvGraphicFramePr>
            <a:graphicFrameLocks noGrp="1" noChangeAspect="1"/>
          </p:cNvGraphicFramePr>
          <p:nvPr>
            <p:ph sz="quarter" idx="26"/>
            <p:extLst>
              <p:ext uri="{D42A27DB-BD31-4B8C-83A1-F6EECF244321}">
                <p14:modId xmlns:p14="http://schemas.microsoft.com/office/powerpoint/2010/main" val="2196429562"/>
              </p:ext>
            </p:extLst>
          </p:nvPr>
        </p:nvGraphicFramePr>
        <p:xfrm>
          <a:off x="2626159" y="1751957"/>
          <a:ext cx="1414077" cy="396470"/>
        </p:xfrm>
        <a:graphic>
          <a:graphicData uri="http://schemas.openxmlformats.org/presentationml/2006/ole">
            <mc:AlternateContent xmlns:mc="http://schemas.openxmlformats.org/markup-compatibility/2006">
              <mc:Choice xmlns:v="urn:schemas-microsoft-com:vml" Requires="v">
                <p:oleObj spid="_x0000_s703659" name="Equation" r:id="rId5" imgW="1358640" imgH="380880" progId="Equation.DSMT4">
                  <p:embed/>
                </p:oleObj>
              </mc:Choice>
              <mc:Fallback>
                <p:oleObj name="Equation" r:id="rId5" imgW="1358640" imgH="380880" progId="Equation.DSMT4">
                  <p:embed/>
                  <p:pic>
                    <p:nvPicPr>
                      <p:cNvPr id="21" name="Object 20">
                        <a:extLst>
                          <a:ext uri="{FF2B5EF4-FFF2-40B4-BE49-F238E27FC236}">
                            <a16:creationId xmlns="" xmlns:a16="http://schemas.microsoft.com/office/drawing/2014/main" id="{2988534B-0411-4DA6-86C2-63D895E4A452}"/>
                          </a:ext>
                        </a:extLst>
                      </p:cNvPr>
                      <p:cNvPicPr/>
                      <p:nvPr/>
                    </p:nvPicPr>
                    <p:blipFill>
                      <a:blip r:embed="rId6"/>
                      <a:stretch>
                        <a:fillRect/>
                      </a:stretch>
                    </p:blipFill>
                    <p:spPr>
                      <a:xfrm>
                        <a:off x="2626159" y="1751957"/>
                        <a:ext cx="1414077" cy="396470"/>
                      </a:xfrm>
                      <a:prstGeom prst="rect">
                        <a:avLst/>
                      </a:prstGeom>
                    </p:spPr>
                  </p:pic>
                </p:oleObj>
              </mc:Fallback>
            </mc:AlternateContent>
          </a:graphicData>
        </a:graphic>
      </p:graphicFrame>
      <p:sp>
        <p:nvSpPr>
          <p:cNvPr id="7" name="Content Placeholder 6">
            <a:extLst>
              <a:ext uri="{FF2B5EF4-FFF2-40B4-BE49-F238E27FC236}">
                <a16:creationId xmlns="" xmlns:a16="http://schemas.microsoft.com/office/drawing/2014/main" id="{B3E765B2-EF56-4DB5-A08D-06321D32BBB7}"/>
              </a:ext>
            </a:extLst>
          </p:cNvPr>
          <p:cNvSpPr>
            <a:spLocks noGrp="1"/>
          </p:cNvSpPr>
          <p:nvPr>
            <p:ph sz="quarter" idx="27"/>
          </p:nvPr>
        </p:nvSpPr>
        <p:spPr>
          <a:xfrm>
            <a:off x="4141853" y="1845710"/>
            <a:ext cx="2567059" cy="344168"/>
          </a:xfrm>
        </p:spPr>
        <p:txBody>
          <a:bodyPr/>
          <a:lstStyle/>
          <a:p>
            <a:r>
              <a:rPr lang="en-US" altLang="en-US" dirty="0"/>
              <a:t>(See Figure 13.)</a:t>
            </a:r>
            <a:endParaRPr lang="en-IN" dirty="0"/>
          </a:p>
        </p:txBody>
      </p:sp>
      <p:pic>
        <p:nvPicPr>
          <p:cNvPr id="27" name="Content Placeholder 26" descr="Two curves are graphed in the first quadrant of the x y coordinate plane. The first curve labeled y = e^(negative x) is a decreasing concave upward curve. It starts from the point (0, 1) and goes along the x axis without crossing it. Another curve labeled y = e ^(negative x^2) starts from the point (0, 1), goes up and to the right with increasing steepness reaches a high point, then it again goes down and to the right exits the bottom right of the viewing window. Both the curves intersect at the point (1, 1/e).&#10;">
            <a:extLst>
              <a:ext uri="{FF2B5EF4-FFF2-40B4-BE49-F238E27FC236}">
                <a16:creationId xmlns="" xmlns:a16="http://schemas.microsoft.com/office/drawing/2014/main" id="{3DD4016A-BD67-49A3-A992-F7D062B6A5AA}"/>
              </a:ext>
            </a:extLst>
          </p:cNvPr>
          <p:cNvPicPr>
            <a:picLocks noGrp="1" noChangeAspect="1"/>
          </p:cNvPicPr>
          <p:nvPr>
            <p:ph sz="quarter" idx="32"/>
          </p:nvPr>
        </p:nvPicPr>
        <p:blipFill>
          <a:blip r:embed="rId7"/>
          <a:stretch>
            <a:fillRect/>
          </a:stretch>
        </p:blipFill>
        <p:spPr>
          <a:xfrm>
            <a:off x="7690440" y="2381882"/>
            <a:ext cx="4092359" cy="2704854"/>
          </a:xfrm>
          <a:prstGeom prst="rect">
            <a:avLst/>
          </a:prstGeom>
        </p:spPr>
      </p:pic>
      <p:sp>
        <p:nvSpPr>
          <p:cNvPr id="13" name="Content Placeholder 12">
            <a:extLst>
              <a:ext uri="{FF2B5EF4-FFF2-40B4-BE49-F238E27FC236}">
                <a16:creationId xmlns="" xmlns:a16="http://schemas.microsoft.com/office/drawing/2014/main" id="{9A4D12F8-D358-436C-BB14-943E088FCA87}"/>
              </a:ext>
            </a:extLst>
          </p:cNvPr>
          <p:cNvSpPr>
            <a:spLocks noGrp="1"/>
          </p:cNvSpPr>
          <p:nvPr>
            <p:ph sz="quarter" idx="33"/>
          </p:nvPr>
        </p:nvSpPr>
        <p:spPr>
          <a:xfrm>
            <a:off x="7550011" y="5527974"/>
            <a:ext cx="4373216" cy="321037"/>
          </a:xfrm>
        </p:spPr>
        <p:txBody>
          <a:bodyPr/>
          <a:lstStyle/>
          <a:p>
            <a:pPr algn="ctr"/>
            <a:r>
              <a:rPr lang="en-US" altLang="en-US" sz="2000" b="1" dirty="0"/>
              <a:t>Figure 13</a:t>
            </a:r>
          </a:p>
        </p:txBody>
      </p:sp>
      <p:sp>
        <p:nvSpPr>
          <p:cNvPr id="8" name="Content Placeholder 7">
            <a:extLst>
              <a:ext uri="{FF2B5EF4-FFF2-40B4-BE49-F238E27FC236}">
                <a16:creationId xmlns="" xmlns:a16="http://schemas.microsoft.com/office/drawing/2014/main" id="{A959B2D0-05DB-4E82-A819-240863CD56D6}"/>
              </a:ext>
            </a:extLst>
          </p:cNvPr>
          <p:cNvSpPr>
            <a:spLocks noGrp="1"/>
          </p:cNvSpPr>
          <p:nvPr>
            <p:ph sz="quarter" idx="28"/>
          </p:nvPr>
        </p:nvSpPr>
        <p:spPr>
          <a:xfrm>
            <a:off x="736601" y="2564296"/>
            <a:ext cx="2056296" cy="344169"/>
          </a:xfrm>
        </p:spPr>
        <p:txBody>
          <a:bodyPr/>
          <a:lstStyle/>
          <a:p>
            <a:r>
              <a:rPr lang="en-US" altLang="en-US" dirty="0"/>
              <a:t>The integral of</a:t>
            </a:r>
            <a:endParaRPr lang="en-IN" dirty="0"/>
          </a:p>
        </p:txBody>
      </p:sp>
      <p:graphicFrame>
        <p:nvGraphicFramePr>
          <p:cNvPr id="24" name="Content Placeholder 23" descr="(e^negative x)">
            <a:extLst>
              <a:ext uri="{FF2B5EF4-FFF2-40B4-BE49-F238E27FC236}">
                <a16:creationId xmlns="" xmlns:a16="http://schemas.microsoft.com/office/drawing/2014/main" id="{96665456-B520-4F74-9579-762EF53AC91D}"/>
              </a:ext>
            </a:extLst>
          </p:cNvPr>
          <p:cNvGraphicFramePr>
            <a:graphicFrameLocks noGrp="1" noChangeAspect="1"/>
          </p:cNvGraphicFramePr>
          <p:nvPr>
            <p:ph sz="quarter" idx="29"/>
            <p:extLst>
              <p:ext uri="{D42A27DB-BD31-4B8C-83A1-F6EECF244321}">
                <p14:modId xmlns:p14="http://schemas.microsoft.com/office/powerpoint/2010/main" val="3373976532"/>
              </p:ext>
            </p:extLst>
          </p:nvPr>
        </p:nvGraphicFramePr>
        <p:xfrm>
          <a:off x="2792897" y="2505931"/>
          <a:ext cx="431800" cy="342900"/>
        </p:xfrm>
        <a:graphic>
          <a:graphicData uri="http://schemas.openxmlformats.org/presentationml/2006/ole">
            <mc:AlternateContent xmlns:mc="http://schemas.openxmlformats.org/markup-compatibility/2006">
              <mc:Choice xmlns:v="urn:schemas-microsoft-com:vml" Requires="v">
                <p:oleObj spid="_x0000_s703660" name="Equation" r:id="rId8" imgW="431640" imgH="342720" progId="Equation.DSMT4">
                  <p:embed/>
                </p:oleObj>
              </mc:Choice>
              <mc:Fallback>
                <p:oleObj name="Equation" r:id="rId8" imgW="431640" imgH="342720" progId="Equation.DSMT4">
                  <p:embed/>
                  <p:pic>
                    <p:nvPicPr>
                      <p:cNvPr id="23" name="Object 22">
                        <a:extLst>
                          <a:ext uri="{FF2B5EF4-FFF2-40B4-BE49-F238E27FC236}">
                            <a16:creationId xmlns="" xmlns:a16="http://schemas.microsoft.com/office/drawing/2014/main" id="{5557E1BD-8A5C-4708-AEA0-E7AA9F015C85}"/>
                          </a:ext>
                        </a:extLst>
                      </p:cNvPr>
                      <p:cNvPicPr/>
                      <p:nvPr/>
                    </p:nvPicPr>
                    <p:blipFill>
                      <a:blip r:embed="rId9"/>
                      <a:stretch>
                        <a:fillRect/>
                      </a:stretch>
                    </p:blipFill>
                    <p:spPr>
                      <a:xfrm>
                        <a:off x="2792897" y="2505931"/>
                        <a:ext cx="431800" cy="342900"/>
                      </a:xfrm>
                      <a:prstGeom prst="rect">
                        <a:avLst/>
                      </a:prstGeom>
                    </p:spPr>
                  </p:pic>
                </p:oleObj>
              </mc:Fallback>
            </mc:AlternateContent>
          </a:graphicData>
        </a:graphic>
      </p:graphicFrame>
      <p:sp>
        <p:nvSpPr>
          <p:cNvPr id="10" name="Content Placeholder 9">
            <a:extLst>
              <a:ext uri="{FF2B5EF4-FFF2-40B4-BE49-F238E27FC236}">
                <a16:creationId xmlns="" xmlns:a16="http://schemas.microsoft.com/office/drawing/2014/main" id="{E0A78B80-E45D-4AE6-81D0-4E1953B7C2C8}"/>
              </a:ext>
            </a:extLst>
          </p:cNvPr>
          <p:cNvSpPr>
            <a:spLocks noGrp="1"/>
          </p:cNvSpPr>
          <p:nvPr>
            <p:ph sz="quarter" idx="30"/>
          </p:nvPr>
        </p:nvSpPr>
        <p:spPr>
          <a:xfrm>
            <a:off x="3304209" y="2564297"/>
            <a:ext cx="2867991" cy="321037"/>
          </a:xfrm>
        </p:spPr>
        <p:txBody>
          <a:bodyPr/>
          <a:lstStyle/>
          <a:p>
            <a:r>
              <a:rPr lang="en-US" altLang="en-US" dirty="0"/>
              <a:t>is easy to evaluate:</a:t>
            </a:r>
            <a:endParaRPr lang="en-IN" dirty="0"/>
          </a:p>
        </p:txBody>
      </p:sp>
      <p:graphicFrame>
        <p:nvGraphicFramePr>
          <p:cNvPr id="26" name="Content Placeholder 25" descr="int_1^infinity ((e^negative x) d x) =  lim_(t right arrow infinity) (int_1^t ((e^negative x) d x)) =  lim_(t right arrow infinity) ((e^negative 1) minus (e^negative t)) =  (e^negative 1)&#10;">
            <a:extLst>
              <a:ext uri="{FF2B5EF4-FFF2-40B4-BE49-F238E27FC236}">
                <a16:creationId xmlns="" xmlns:a16="http://schemas.microsoft.com/office/drawing/2014/main" id="{1CB38B6A-B1CA-4D4A-B40E-97299BC5670E}"/>
              </a:ext>
            </a:extLst>
          </p:cNvPr>
          <p:cNvGraphicFramePr>
            <a:graphicFrameLocks noGrp="1" noChangeAspect="1"/>
          </p:cNvGraphicFramePr>
          <p:nvPr>
            <p:ph sz="quarter" idx="31"/>
            <p:extLst>
              <p:ext uri="{D42A27DB-BD31-4B8C-83A1-F6EECF244321}">
                <p14:modId xmlns:p14="http://schemas.microsoft.com/office/powerpoint/2010/main" val="1325756614"/>
              </p:ext>
            </p:extLst>
          </p:nvPr>
        </p:nvGraphicFramePr>
        <p:xfrm>
          <a:off x="1283758" y="3399820"/>
          <a:ext cx="3743527" cy="1773253"/>
        </p:xfrm>
        <a:graphic>
          <a:graphicData uri="http://schemas.openxmlformats.org/presentationml/2006/ole">
            <mc:AlternateContent xmlns:mc="http://schemas.openxmlformats.org/markup-compatibility/2006">
              <mc:Choice xmlns:v="urn:schemas-microsoft-com:vml" Requires="v">
                <p:oleObj spid="_x0000_s703661" name="Equation" r:id="rId10" imgW="3619440" imgH="1714320" progId="Equation.DSMT4">
                  <p:embed/>
                </p:oleObj>
              </mc:Choice>
              <mc:Fallback>
                <p:oleObj name="Equation" r:id="rId10" imgW="3619440" imgH="1714320" progId="Equation.DSMT4">
                  <p:embed/>
                  <p:pic>
                    <p:nvPicPr>
                      <p:cNvPr id="25" name="Object 24">
                        <a:extLst>
                          <a:ext uri="{FF2B5EF4-FFF2-40B4-BE49-F238E27FC236}">
                            <a16:creationId xmlns="" xmlns:a16="http://schemas.microsoft.com/office/drawing/2014/main" id="{D298B7D0-1413-4BB9-963A-E2DD2B9D4F03}"/>
                          </a:ext>
                        </a:extLst>
                      </p:cNvPr>
                      <p:cNvPicPr/>
                      <p:nvPr/>
                    </p:nvPicPr>
                    <p:blipFill>
                      <a:blip r:embed="rId11"/>
                      <a:stretch>
                        <a:fillRect/>
                      </a:stretch>
                    </p:blipFill>
                    <p:spPr>
                      <a:xfrm>
                        <a:off x="1283758" y="3399820"/>
                        <a:ext cx="3743527" cy="1773253"/>
                      </a:xfrm>
                      <a:prstGeom prst="rect">
                        <a:avLst/>
                      </a:prstGeom>
                    </p:spPr>
                  </p:pic>
                </p:oleObj>
              </mc:Fallback>
            </mc:AlternateContent>
          </a:graphicData>
        </a:graphic>
      </p:graphicFrame>
    </p:spTree>
    <p:extLst>
      <p:ext uri="{BB962C8B-B14F-4D97-AF65-F5344CB8AC3E}">
        <p14:creationId xmlns:p14="http://schemas.microsoft.com/office/powerpoint/2010/main" val="18608164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10DC11-2A00-4B2C-B438-B68853FD9533}"/>
              </a:ext>
            </a:extLst>
          </p:cNvPr>
          <p:cNvSpPr>
            <a:spLocks noGrp="1"/>
          </p:cNvSpPr>
          <p:nvPr>
            <p:ph type="title"/>
          </p:nvPr>
        </p:nvSpPr>
        <p:spPr/>
        <p:txBody>
          <a:bodyPr/>
          <a:lstStyle/>
          <a:p>
            <a:r>
              <a:rPr lang="en-US" altLang="en-US" dirty="0"/>
              <a:t>Example 9 – </a:t>
            </a:r>
            <a:r>
              <a:rPr lang="en-US" altLang="en-US" i="1" dirty="0"/>
              <a:t>Solution </a:t>
            </a:r>
            <a:r>
              <a:rPr lang="en-US" altLang="en-US" sz="2400" b="0" dirty="0"/>
              <a:t>(2 of 2)</a:t>
            </a:r>
            <a:endParaRPr lang="en-IN" dirty="0"/>
          </a:p>
        </p:txBody>
      </p:sp>
      <p:sp>
        <p:nvSpPr>
          <p:cNvPr id="3" name="Content Placeholder 2">
            <a:extLst>
              <a:ext uri="{FF2B5EF4-FFF2-40B4-BE49-F238E27FC236}">
                <a16:creationId xmlns="" xmlns:a16="http://schemas.microsoft.com/office/drawing/2014/main" id="{3B247626-A9C9-410D-B1DD-91DE6D2C8455}"/>
              </a:ext>
            </a:extLst>
          </p:cNvPr>
          <p:cNvSpPr>
            <a:spLocks noGrp="1"/>
          </p:cNvSpPr>
          <p:nvPr>
            <p:ph sz="quarter" idx="23"/>
          </p:nvPr>
        </p:nvSpPr>
        <p:spPr>
          <a:xfrm>
            <a:off x="736600" y="1289050"/>
            <a:ext cx="2334591" cy="340967"/>
          </a:xfrm>
        </p:spPr>
        <p:txBody>
          <a:bodyPr/>
          <a:lstStyle/>
          <a:p>
            <a:r>
              <a:rPr lang="en-US" altLang="en-US" dirty="0"/>
              <a:t>Therefore, taking</a:t>
            </a:r>
            <a:endParaRPr lang="en-IN" dirty="0"/>
          </a:p>
        </p:txBody>
      </p:sp>
      <p:graphicFrame>
        <p:nvGraphicFramePr>
          <p:cNvPr id="20" name="Content Placeholder 19" descr="f(x) = (e^negative x) and g(x) = (e^negative x^2)">
            <a:extLst>
              <a:ext uri="{FF2B5EF4-FFF2-40B4-BE49-F238E27FC236}">
                <a16:creationId xmlns="" xmlns:a16="http://schemas.microsoft.com/office/drawing/2014/main" id="{7507B65F-2451-45B8-BA5B-23892E801E54}"/>
              </a:ext>
            </a:extLst>
          </p:cNvPr>
          <p:cNvGraphicFramePr>
            <a:graphicFrameLocks noGrp="1" noChangeAspect="1"/>
          </p:cNvGraphicFramePr>
          <p:nvPr>
            <p:ph sz="quarter" idx="24"/>
            <p:extLst>
              <p:ext uri="{D42A27DB-BD31-4B8C-83A1-F6EECF244321}">
                <p14:modId xmlns:p14="http://schemas.microsoft.com/office/powerpoint/2010/main" val="2617161640"/>
              </p:ext>
            </p:extLst>
          </p:nvPr>
        </p:nvGraphicFramePr>
        <p:xfrm>
          <a:off x="3126820" y="1170705"/>
          <a:ext cx="3737664" cy="549259"/>
        </p:xfrm>
        <a:graphic>
          <a:graphicData uri="http://schemas.openxmlformats.org/presentationml/2006/ole">
            <mc:AlternateContent xmlns:mc="http://schemas.openxmlformats.org/markup-compatibility/2006">
              <mc:Choice xmlns:v="urn:schemas-microsoft-com:vml" Requires="v">
                <p:oleObj spid="_x0000_s704637" name="Equation" r:id="rId3" imgW="3543120" imgH="520560" progId="Equation.DSMT4">
                  <p:embed/>
                </p:oleObj>
              </mc:Choice>
              <mc:Fallback>
                <p:oleObj name="Equation" r:id="rId3" imgW="3543120" imgH="520560" progId="Equation.DSMT4">
                  <p:embed/>
                  <p:pic>
                    <p:nvPicPr>
                      <p:cNvPr id="19" name="Object 18">
                        <a:extLst>
                          <a:ext uri="{FF2B5EF4-FFF2-40B4-BE49-F238E27FC236}">
                            <a16:creationId xmlns="" xmlns:a16="http://schemas.microsoft.com/office/drawing/2014/main" id="{98AEF58B-492D-41E3-A097-9B97407F253A}"/>
                          </a:ext>
                        </a:extLst>
                      </p:cNvPr>
                      <p:cNvPicPr/>
                      <p:nvPr/>
                    </p:nvPicPr>
                    <p:blipFill>
                      <a:blip r:embed="rId4"/>
                      <a:stretch>
                        <a:fillRect/>
                      </a:stretch>
                    </p:blipFill>
                    <p:spPr>
                      <a:xfrm>
                        <a:off x="3126820" y="1170705"/>
                        <a:ext cx="3737664" cy="549259"/>
                      </a:xfrm>
                      <a:prstGeom prst="rect">
                        <a:avLst/>
                      </a:prstGeom>
                    </p:spPr>
                  </p:pic>
                </p:oleObj>
              </mc:Fallback>
            </mc:AlternateContent>
          </a:graphicData>
        </a:graphic>
      </p:graphicFrame>
      <p:sp>
        <p:nvSpPr>
          <p:cNvPr id="5" name="Content Placeholder 4">
            <a:extLst>
              <a:ext uri="{FF2B5EF4-FFF2-40B4-BE49-F238E27FC236}">
                <a16:creationId xmlns="" xmlns:a16="http://schemas.microsoft.com/office/drawing/2014/main" id="{B748D74E-BF45-4C61-8242-EFCCC53A94EB}"/>
              </a:ext>
            </a:extLst>
          </p:cNvPr>
          <p:cNvSpPr>
            <a:spLocks noGrp="1"/>
          </p:cNvSpPr>
          <p:nvPr>
            <p:ph sz="quarter" idx="25"/>
          </p:nvPr>
        </p:nvSpPr>
        <p:spPr>
          <a:xfrm>
            <a:off x="6939521" y="1289050"/>
            <a:ext cx="5052591" cy="340967"/>
          </a:xfrm>
        </p:spPr>
        <p:txBody>
          <a:bodyPr/>
          <a:lstStyle/>
          <a:p>
            <a:r>
              <a:rPr lang="en-US" altLang="en-US" dirty="0"/>
              <a:t>in the Comparison Theorem, we see</a:t>
            </a:r>
            <a:endParaRPr lang="en-IN" dirty="0"/>
          </a:p>
        </p:txBody>
      </p:sp>
      <p:sp>
        <p:nvSpPr>
          <p:cNvPr id="6" name="Content Placeholder 5">
            <a:extLst>
              <a:ext uri="{FF2B5EF4-FFF2-40B4-BE49-F238E27FC236}">
                <a16:creationId xmlns="" xmlns:a16="http://schemas.microsoft.com/office/drawing/2014/main" id="{48F78233-CAE2-4B05-BBC1-A006B09B2464}"/>
              </a:ext>
            </a:extLst>
          </p:cNvPr>
          <p:cNvSpPr>
            <a:spLocks noGrp="1"/>
          </p:cNvSpPr>
          <p:nvPr>
            <p:ph sz="quarter" idx="26"/>
          </p:nvPr>
        </p:nvSpPr>
        <p:spPr>
          <a:xfrm>
            <a:off x="736600" y="1889127"/>
            <a:ext cx="625061" cy="340968"/>
          </a:xfrm>
        </p:spPr>
        <p:txBody>
          <a:bodyPr/>
          <a:lstStyle/>
          <a:p>
            <a:r>
              <a:rPr lang="en-US" dirty="0"/>
              <a:t>that</a:t>
            </a:r>
            <a:endParaRPr lang="en-IN" dirty="0"/>
          </a:p>
        </p:txBody>
      </p:sp>
      <p:graphicFrame>
        <p:nvGraphicFramePr>
          <p:cNvPr id="22" name="Content Placeholder 21" descr="int_0^infinity ((e^(negative (x)^2)) d x)&#10;">
            <a:extLst>
              <a:ext uri="{FF2B5EF4-FFF2-40B4-BE49-F238E27FC236}">
                <a16:creationId xmlns="" xmlns:a16="http://schemas.microsoft.com/office/drawing/2014/main" id="{15B9E9E0-3B6B-45AF-9167-3FEAEE0801E6}"/>
              </a:ext>
            </a:extLst>
          </p:cNvPr>
          <p:cNvGraphicFramePr>
            <a:graphicFrameLocks noGrp="1" noChangeAspect="1"/>
          </p:cNvGraphicFramePr>
          <p:nvPr>
            <p:ph sz="quarter" idx="27"/>
            <p:extLst>
              <p:ext uri="{D42A27DB-BD31-4B8C-83A1-F6EECF244321}">
                <p14:modId xmlns:p14="http://schemas.microsoft.com/office/powerpoint/2010/main" val="178578617"/>
              </p:ext>
            </p:extLst>
          </p:nvPr>
        </p:nvGraphicFramePr>
        <p:xfrm>
          <a:off x="1325242" y="1772478"/>
          <a:ext cx="1324718" cy="587375"/>
        </p:xfrm>
        <a:graphic>
          <a:graphicData uri="http://schemas.openxmlformats.org/presentationml/2006/ole">
            <mc:AlternateContent xmlns:mc="http://schemas.openxmlformats.org/markup-compatibility/2006">
              <mc:Choice xmlns:v="urn:schemas-microsoft-com:vml" Requires="v">
                <p:oleObj spid="_x0000_s704638" name="Equation" r:id="rId5" imgW="1346040" imgH="596880" progId="Equation.DSMT4">
                  <p:embed/>
                </p:oleObj>
              </mc:Choice>
              <mc:Fallback>
                <p:oleObj name="Equation" r:id="rId5" imgW="1346040" imgH="596880" progId="Equation.DSMT4">
                  <p:embed/>
                  <p:pic>
                    <p:nvPicPr>
                      <p:cNvPr id="21" name="Object 20">
                        <a:extLst>
                          <a:ext uri="{FF2B5EF4-FFF2-40B4-BE49-F238E27FC236}">
                            <a16:creationId xmlns="" xmlns:a16="http://schemas.microsoft.com/office/drawing/2014/main" id="{4B675316-DF09-4ED9-AD03-2587C25D4D46}"/>
                          </a:ext>
                        </a:extLst>
                      </p:cNvPr>
                      <p:cNvPicPr/>
                      <p:nvPr/>
                    </p:nvPicPr>
                    <p:blipFill>
                      <a:blip r:embed="rId6"/>
                      <a:stretch>
                        <a:fillRect/>
                      </a:stretch>
                    </p:blipFill>
                    <p:spPr>
                      <a:xfrm>
                        <a:off x="1325242" y="1772478"/>
                        <a:ext cx="1324718" cy="587375"/>
                      </a:xfrm>
                      <a:prstGeom prst="rect">
                        <a:avLst/>
                      </a:prstGeom>
                    </p:spPr>
                  </p:pic>
                </p:oleObj>
              </mc:Fallback>
            </mc:AlternateContent>
          </a:graphicData>
        </a:graphic>
      </p:graphicFrame>
      <p:sp>
        <p:nvSpPr>
          <p:cNvPr id="8" name="Content Placeholder 7">
            <a:extLst>
              <a:ext uri="{FF2B5EF4-FFF2-40B4-BE49-F238E27FC236}">
                <a16:creationId xmlns="" xmlns:a16="http://schemas.microsoft.com/office/drawing/2014/main" id="{5ABA8AB7-6A42-4A4D-861A-AE80DC255536}"/>
              </a:ext>
            </a:extLst>
          </p:cNvPr>
          <p:cNvSpPr>
            <a:spLocks noGrp="1"/>
          </p:cNvSpPr>
          <p:nvPr>
            <p:ph sz="quarter" idx="28"/>
          </p:nvPr>
        </p:nvSpPr>
        <p:spPr>
          <a:xfrm>
            <a:off x="2774586" y="1909006"/>
            <a:ext cx="2122265" cy="321090"/>
          </a:xfrm>
        </p:spPr>
        <p:txBody>
          <a:bodyPr/>
          <a:lstStyle/>
          <a:p>
            <a:r>
              <a:rPr lang="en-US" altLang="en-US" dirty="0"/>
              <a:t>is convergent.</a:t>
            </a:r>
            <a:endParaRPr lang="en-IN" dirty="0"/>
          </a:p>
        </p:txBody>
      </p:sp>
      <p:sp>
        <p:nvSpPr>
          <p:cNvPr id="9" name="Content Placeholder 8">
            <a:extLst>
              <a:ext uri="{FF2B5EF4-FFF2-40B4-BE49-F238E27FC236}">
                <a16:creationId xmlns="" xmlns:a16="http://schemas.microsoft.com/office/drawing/2014/main" id="{93E94DCC-3A4A-4359-8019-5CB93D7DA8F5}"/>
              </a:ext>
            </a:extLst>
          </p:cNvPr>
          <p:cNvSpPr>
            <a:spLocks noGrp="1"/>
          </p:cNvSpPr>
          <p:nvPr>
            <p:ph sz="quarter" idx="29"/>
          </p:nvPr>
        </p:nvSpPr>
        <p:spPr>
          <a:xfrm>
            <a:off x="736600" y="2688719"/>
            <a:ext cx="1827696" cy="311928"/>
          </a:xfrm>
        </p:spPr>
        <p:txBody>
          <a:bodyPr/>
          <a:lstStyle/>
          <a:p>
            <a:r>
              <a:rPr lang="en-US" altLang="en-US" dirty="0"/>
              <a:t>It follows that</a:t>
            </a:r>
            <a:endParaRPr lang="en-IN" dirty="0"/>
          </a:p>
        </p:txBody>
      </p:sp>
      <p:graphicFrame>
        <p:nvGraphicFramePr>
          <p:cNvPr id="24" name="Content Placeholder 23" descr="int_0^infinity ((e^(negative (x)^2)) d x)&#10;">
            <a:extLst>
              <a:ext uri="{FF2B5EF4-FFF2-40B4-BE49-F238E27FC236}">
                <a16:creationId xmlns="" xmlns:a16="http://schemas.microsoft.com/office/drawing/2014/main" id="{F3D91E28-0155-40D0-A108-6BDE47C4A18D}"/>
              </a:ext>
            </a:extLst>
          </p:cNvPr>
          <p:cNvGraphicFramePr>
            <a:graphicFrameLocks noGrp="1" noChangeAspect="1"/>
          </p:cNvGraphicFramePr>
          <p:nvPr>
            <p:ph sz="quarter" idx="30"/>
            <p:extLst>
              <p:ext uri="{D42A27DB-BD31-4B8C-83A1-F6EECF244321}">
                <p14:modId xmlns:p14="http://schemas.microsoft.com/office/powerpoint/2010/main" val="410058607"/>
              </p:ext>
            </p:extLst>
          </p:nvPr>
        </p:nvGraphicFramePr>
        <p:xfrm>
          <a:off x="2617230" y="2523997"/>
          <a:ext cx="1453213" cy="644350"/>
        </p:xfrm>
        <a:graphic>
          <a:graphicData uri="http://schemas.openxmlformats.org/presentationml/2006/ole">
            <mc:AlternateContent xmlns:mc="http://schemas.openxmlformats.org/markup-compatibility/2006">
              <mc:Choice xmlns:v="urn:schemas-microsoft-com:vml" Requires="v">
                <p:oleObj spid="_x0000_s704639" name="Equation" r:id="rId7" imgW="1346040" imgH="596880" progId="Equation.DSMT4">
                  <p:embed/>
                </p:oleObj>
              </mc:Choice>
              <mc:Fallback>
                <p:oleObj name="Equation" r:id="rId7" imgW="1346040" imgH="596880" progId="Equation.DSMT4">
                  <p:embed/>
                  <p:pic>
                    <p:nvPicPr>
                      <p:cNvPr id="23" name="Object 22">
                        <a:extLst>
                          <a:ext uri="{FF2B5EF4-FFF2-40B4-BE49-F238E27FC236}">
                            <a16:creationId xmlns="" xmlns:a16="http://schemas.microsoft.com/office/drawing/2014/main" id="{7521C2AC-7971-40D8-9E4E-8158B7CB4498}"/>
                          </a:ext>
                        </a:extLst>
                      </p:cNvPr>
                      <p:cNvPicPr/>
                      <p:nvPr/>
                    </p:nvPicPr>
                    <p:blipFill>
                      <a:blip r:embed="rId8"/>
                      <a:stretch>
                        <a:fillRect/>
                      </a:stretch>
                    </p:blipFill>
                    <p:spPr>
                      <a:xfrm>
                        <a:off x="2617230" y="2523997"/>
                        <a:ext cx="1453213" cy="644350"/>
                      </a:xfrm>
                      <a:prstGeom prst="rect">
                        <a:avLst/>
                      </a:prstGeom>
                    </p:spPr>
                  </p:pic>
                </p:oleObj>
              </mc:Fallback>
            </mc:AlternateContent>
          </a:graphicData>
        </a:graphic>
      </p:graphicFrame>
      <p:sp>
        <p:nvSpPr>
          <p:cNvPr id="11" name="Content Placeholder 10">
            <a:extLst>
              <a:ext uri="{FF2B5EF4-FFF2-40B4-BE49-F238E27FC236}">
                <a16:creationId xmlns="" xmlns:a16="http://schemas.microsoft.com/office/drawing/2014/main" id="{C7D906AA-D133-4FF7-B534-E28C07CAE958}"/>
              </a:ext>
            </a:extLst>
          </p:cNvPr>
          <p:cNvSpPr>
            <a:spLocks noGrp="1"/>
          </p:cNvSpPr>
          <p:nvPr>
            <p:ph sz="quarter" idx="31"/>
          </p:nvPr>
        </p:nvSpPr>
        <p:spPr>
          <a:xfrm>
            <a:off x="4163132" y="2688719"/>
            <a:ext cx="2339066" cy="363457"/>
          </a:xfrm>
        </p:spPr>
        <p:txBody>
          <a:bodyPr/>
          <a:lstStyle/>
          <a:p>
            <a:r>
              <a:rPr lang="en-US" altLang="en-US" dirty="0"/>
              <a:t>is convergent.</a:t>
            </a:r>
          </a:p>
        </p:txBody>
      </p:sp>
    </p:spTree>
    <p:extLst>
      <p:ext uri="{BB962C8B-B14F-4D97-AF65-F5344CB8AC3E}">
        <p14:creationId xmlns:p14="http://schemas.microsoft.com/office/powerpoint/2010/main" val="21485195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5D52E595BC2A47A3DCA88123D2A30D" ma:contentTypeVersion="35" ma:contentTypeDescription="Create a new document." ma:contentTypeScope="" ma:versionID="4c660e2e17d3ab93da6a423d8c1d122d">
  <xsd:schema xmlns:xsd="http://www.w3.org/2001/XMLSchema" xmlns:xs="http://www.w3.org/2001/XMLSchema" xmlns:p="http://schemas.microsoft.com/office/2006/metadata/properties" xmlns:ns2="a4d2ff27-a226-42e2-a79e-c1ae662d212e" xmlns:ns3="f856fc18-c0f7-462c-a53d-fc2610d0c4c8" xmlns:ns4="a3520c62-91d1-4715-93cb-6b6cc6733a1f" targetNamespace="http://schemas.microsoft.com/office/2006/metadata/properties" ma:root="true" ma:fieldsID="59feb48a41e2f3269242cbc893d6fc9a" ns2:_="" ns3:_="" ns4:_="">
    <xsd:import namespace="a4d2ff27-a226-42e2-a79e-c1ae662d212e"/>
    <xsd:import namespace="f856fc18-c0f7-462c-a53d-fc2610d0c4c8"/>
    <xsd:import namespace="a3520c62-91d1-4715-93cb-6b6cc6733a1f"/>
    <xsd:element name="properties">
      <xsd:complexType>
        <xsd:sequence>
          <xsd:element name="documentManagement">
            <xsd:complexType>
              <xsd:all>
                <xsd:element ref="ns2:Description0" minOccurs="0"/>
                <xsd:element ref="ns3:Review_x0020_Notes" minOccurs="0"/>
                <xsd:element ref="ns3:Source_x0020_File_x0020_Only" minOccurs="0"/>
                <xsd:element ref="ns3:SPM_x0020_Definitions_x0020_Doc" minOccurs="0"/>
                <xsd:element ref="ns3:Also_x0020_on_x0020_Doc_x0020_Center" minOccurs="0"/>
                <xsd:element ref="ns3:E2E" minOccurs="0"/>
                <xsd:element ref="ns3:Function" minOccurs="0"/>
                <xsd:element ref="ns3:Topic2" minOccurs="0"/>
                <xsd:element ref="ns3:Sub_x002d_Topic2" minOccurs="0"/>
                <xsd:element ref="ns3:Current_x0020_Vrs_x002e__x0020_Date" minOccurs="0"/>
                <xsd:element ref="ns3:Owner" minOccurs="0"/>
                <xsd:element ref="ns3:Doc_x0020_Type2" minOccurs="0"/>
                <xsd:element ref="ns3:_x0031_e_x0020_Audience" minOccurs="0"/>
                <xsd:element ref="ns3:Product_x0020_Delivery_x0020_Format" minOccurs="0"/>
                <xsd:element ref="ns3:Product_x0020_Type_x0028_s_x0029_" minOccurs="0"/>
                <xsd:element ref="ns3:System_x0028_s_x0029_" minOccurs="0"/>
                <xsd:element ref="ns3:Software" minOccurs="0"/>
                <xsd:element ref="ns3:Screen" minOccurs="0"/>
                <xsd:element ref="ns3:Component_x0028_s_x0029_" minOccurs="0"/>
                <xsd:element ref="ns4:_dlc_DocIdUrl" minOccurs="0"/>
                <xsd:element ref="ns4:_dlc_DocId" minOccurs="0"/>
                <xsd:element ref="ns4:_dlc_DocIdPersistId" minOccurs="0"/>
                <xsd:element ref="ns3:Portfoli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d2ff27-a226-42e2-a79e-c1ae662d212e" elementFormDefault="qualified">
    <xsd:import namespace="http://schemas.microsoft.com/office/2006/documentManagement/types"/>
    <xsd:import namespace="http://schemas.microsoft.com/office/infopath/2007/PartnerControls"/>
    <xsd:element name="Description0" ma:index="2" nillable="true" ma:displayName="Description" ma:internalName="Description0">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56fc18-c0f7-462c-a53d-fc2610d0c4c8" elementFormDefault="qualified">
    <xsd:import namespace="http://schemas.microsoft.com/office/2006/documentManagement/types"/>
    <xsd:import namespace="http://schemas.microsoft.com/office/infopath/2007/PartnerControls"/>
    <xsd:element name="Review_x0020_Notes" ma:index="3" nillable="true" ma:displayName="Review Notes" ma:internalName="Review_x0020_Notes">
      <xsd:simpleType>
        <xsd:restriction base="dms:Text">
          <xsd:maxLength value="255"/>
        </xsd:restriction>
      </xsd:simpleType>
    </xsd:element>
    <xsd:element name="Source_x0020_File_x0020_Only" ma:index="4" nillable="true" ma:displayName="Source File Only" ma:default="0" ma:internalName="Source_x0020_File_x0020_Only">
      <xsd:simpleType>
        <xsd:restriction base="dms:Boolean"/>
      </xsd:simpleType>
    </xsd:element>
    <xsd:element name="SPM_x0020_Definitions_x0020_Doc" ma:index="5" nillable="true" ma:displayName="SPM Definitions Doc" ma:default="0" ma:description="Documents that are referenced in scales vendor pricing definition documentation." ma:internalName="SPM_x0020_Definitions_x0020_Doc">
      <xsd:simpleType>
        <xsd:restriction base="dms:Boolean"/>
      </xsd:simpleType>
    </xsd:element>
    <xsd:element name="Also_x0020_on_x0020_Doc_x0020_Center" ma:index="6" nillable="true" ma:displayName="Shared Doc" ma:default="0" ma:internalName="Also_x0020_on_x0020_Doc_x0020_Center">
      <xsd:simpleType>
        <xsd:restriction base="dms:Boolean"/>
      </xsd:simpleType>
    </xsd:element>
    <xsd:element name="E2E" ma:index="7" nillable="true" ma:displayName="Outsourced Services" ma:default="0" ma:internalName="E2E">
      <xsd:simpleType>
        <xsd:restriction base="dms:Boolean"/>
      </xsd:simpleType>
    </xsd:element>
    <xsd:element name="Function" ma:index="8" nillable="true" ma:displayName="Function" ma:format="Dropdown" ma:internalName="Function">
      <xsd:simpleType>
        <xsd:restriction base="dms:Choice">
          <xsd:enumeration value="Product Setup"/>
          <xsd:enumeration value="Asset Selection"/>
          <xsd:enumeration value="Product Funding"/>
          <xsd:enumeration value="Content Authoring"/>
          <xsd:enumeration value="Content Development"/>
          <xsd:enumeration value="Content Design"/>
          <xsd:enumeration value="Content Clearance"/>
          <xsd:enumeration value="Content Production"/>
          <xsd:enumeration value="Project Management"/>
          <xsd:enumeration value="Content Finalization"/>
          <xsd:enumeration value="Product Closeout Activities"/>
          <xsd:enumeration value="Content Revision and Reprint"/>
          <xsd:enumeration value="General Reference"/>
        </xsd:restriction>
      </xsd:simpleType>
    </xsd:element>
    <xsd:element name="Topic2" ma:index="9" nillable="true" ma:displayName="Topic" ma:format="Dropdown" ma:internalName="Topic2">
      <xsd:simpleType>
        <xsd:restriction base="dms:Choice">
          <xsd:enumeration value="Managing Files"/>
          <xsd:enumeration value="Managing Quality and Compliance"/>
          <xsd:enumeration value="Managing Partners"/>
          <xsd:enumeration value="Managing Data"/>
          <xsd:enumeration value="Managing Budgets"/>
          <xsd:enumeration value="Managing Content Creation"/>
          <xsd:enumeration value="Other (Admin, Tools, Resources)"/>
        </xsd:restriction>
      </xsd:simpleType>
    </xsd:element>
    <xsd:element name="Sub_x002d_Topic2" ma:index="10" nillable="true" ma:displayName="Sub-Topic" ma:format="Dropdown" ma:internalName="Sub_x002d_Topic2">
      <xsd:simpleType>
        <xsd:restriction base="dms:Choice">
          <xsd:enumeration value="--MANAGING FILES--"/>
          <xsd:enumeration value="Archiving/File Sharing"/>
          <xsd:enumeration value="Automation"/>
          <xsd:enumeration value="Composition Standards"/>
          <xsd:enumeration value="File Approval"/>
          <xsd:enumeration value="File Certification"/>
          <xsd:enumeration value="File Delivery to Printer"/>
          <xsd:enumeration value="File Naming"/>
          <xsd:enumeration value="File Setup"/>
          <xsd:enumeration value="Format Conversion"/>
          <xsd:enumeration value="In-Prod Deliverables"/>
          <xsd:enumeration value="Page Proofs"/>
          <xsd:enumeration value="Print On Demand"/>
          <xsd:enumeration value="Printer Proofs"/>
          <xsd:enumeration value="Routing for Transmittal/Review"/>
          <xsd:enumeration value="Watermarking"/>
          <xsd:enumeration value="Word Downloads"/>
          <xsd:enumeration value="--MANAGING QUALITY &amp; COMPLIANCE--"/>
          <xsd:enumeration value="Alt text"/>
          <xsd:enumeration value="Assessments"/>
          <xsd:enumeration value="Branding"/>
          <xsd:enumeration value="Copyediting"/>
          <xsd:enumeration value="Copyright Lines and License Agreements"/>
          <xsd:enumeration value="Credit Line Placement"/>
          <xsd:enumeration value="CXX Processing"/>
          <xsd:enumeration value="CenDoc"/>
          <xsd:enumeration value="Design &amp; Semantic Coding"/>
          <xsd:enumeration value="Indexing"/>
          <xsd:enumeration value="Proofreading/QA"/>
          <xsd:enumeration value="Systems Testing"/>
          <xsd:enumeration value="--MANAGING PARTNERS--"/>
          <xsd:enumeration value="Author Communication"/>
          <xsd:enumeration value="Contact Lists"/>
          <xsd:enumeration value="Outsourced Services"/>
          <xsd:enumeration value="Escalation"/>
          <xsd:enumeration value="Project Team"/>
          <xsd:enumeration value="Vendor Assignments"/>
          <xsd:enumeration value="Vendor Communication"/>
          <xsd:enumeration value="Vendor Start Up"/>
          <xsd:enumeration value="Vendor Tracking"/>
          <xsd:enumeration value="--MANAGING DATA--"/>
          <xsd:enumeration value="Asset  Metadata"/>
          <xsd:enumeration value="Attachments"/>
          <xsd:enumeration value="Close-Out Materials"/>
          <xsd:enumeration value="Dashboard"/>
          <xsd:enumeration value="Data Integrity"/>
          <xsd:enumeration value="Meetings"/>
          <xsd:enumeration value="Order/Print Management"/>
          <xsd:enumeration value="Product Setup"/>
          <xsd:enumeration value="Schedules"/>
          <xsd:enumeration value="Specifications"/>
          <xsd:enumeration value="--MANAGING BUDGETS--"/>
          <xsd:enumeration value="Charge-Back Tracking"/>
          <xsd:enumeration value="Invoice Processing"/>
          <xsd:enumeration value="Plate &amp; Plate Wizard"/>
          <xsd:enumeration value="Purchase Orders"/>
          <xsd:enumeration value="Time Entry"/>
          <xsd:enumeration value="--MANAGING CONTENT CREATION--"/>
          <xsd:enumeration value="Approved Content Providers"/>
          <xsd:enumeration value="Art Manuscript / Logs"/>
          <xsd:enumeration value="Author Contract"/>
          <xsd:enumeration value="Content Authoring"/>
          <xsd:enumeration value="Content Design"/>
          <xsd:enumeration value="Content Development"/>
          <xsd:enumeration value="CXX Submission"/>
          <xsd:enumeration value="--OTHER: ADMIN/TOOLS/RESOURCES--"/>
          <xsd:enumeration value="Book Requests / Sample Copies"/>
          <xsd:enumeration value="Carts Request Form"/>
          <xsd:enumeration value="Codes &amp; Standard IDs"/>
          <xsd:enumeration value="Document Management *"/>
          <xsd:enumeration value="Other"/>
          <xsd:enumeration value="Shipping (Hardcopy)"/>
          <xsd:enumeration value="Tips &amp; Tricks *"/>
        </xsd:restriction>
      </xsd:simpleType>
    </xsd:element>
    <xsd:element name="Current_x0020_Vrs_x002e__x0020_Date" ma:index="11" nillable="true" ma:displayName="Current Vrs. Date" ma:format="DateOnly" ma:internalName="Current_x0020_Vrs_x002e__x0020_Date">
      <xsd:simpleType>
        <xsd:restriction base="dms:DateTime"/>
      </xsd:simpleType>
    </xsd:element>
    <xsd:element name="Owner" ma:index="12" nillable="true" ma:displayName="Owner" ma:description="Owner of this document" ma:list="UserInfo" ma:SearchPeopleOnly="false" ma:SharePointGroup="0" ma:internalName="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_x0020_Type2" ma:index="13" nillable="true" ma:displayName="Doc Type" ma:format="Dropdown" ma:internalName="Doc_x0020_Type2">
      <xsd:simpleType>
        <xsd:restriction base="dms:Choice">
          <xsd:enumeration value="Application File"/>
          <xsd:enumeration value="Calculator"/>
          <xsd:enumeration value="Cendoc Stylesheet"/>
          <xsd:enumeration value="Checklist/1-Pager"/>
          <xsd:enumeration value="Email Template"/>
          <xsd:enumeration value="Form"/>
          <xsd:enumeration value="Guidelines"/>
          <xsd:enumeration value="Non-PAL Stylesheet"/>
          <xsd:enumeration value="Presentation"/>
          <xsd:enumeration value="Process or Policy"/>
          <xsd:enumeration value="Reference FAQ"/>
          <xsd:enumeration value="Report"/>
          <xsd:enumeration value="Requirements (System)"/>
          <xsd:enumeration value="Sample / Example"/>
          <xsd:enumeration value="Style Guide"/>
          <xsd:enumeration value="Template"/>
          <xsd:enumeration value="User Guide/Manual"/>
          <xsd:enumeration value="Value List/Table"/>
          <xsd:enumeration value="Workflow"/>
        </xsd:restriction>
      </xsd:simpleType>
    </xsd:element>
    <xsd:element name="_x0031_e_x0020_Audience" ma:index="14" nillable="true" ma:displayName="Primary Audience" ma:internalName="_x0031_e_x0020_Audience">
      <xsd:complexType>
        <xsd:complexContent>
          <xsd:extension base="dms:MultiChoice">
            <xsd:sequence>
              <xsd:element name="Value" maxOccurs="unbounded" minOccurs="0" nillable="true">
                <xsd:simpleType>
                  <xsd:restriction base="dms:Choice">
                    <xsd:enumeration value="Content Development"/>
                    <xsd:enumeration value="Design"/>
                    <xsd:enumeration value="Digital Production"/>
                    <xsd:enumeration value="E2E Site Lead"/>
                    <xsd:enumeration value="Finance &amp; Metrics"/>
                    <xsd:enumeration value="Inventory"/>
                    <xsd:enumeration value="Manufacturing"/>
                    <xsd:enumeration value="Marketing / Sales"/>
                    <xsd:enumeration value="Media Development"/>
                    <xsd:enumeration value="Production"/>
                    <xsd:enumeration value="Product Management"/>
                    <xsd:enumeration value="R&amp;P Acquisitions"/>
                    <xsd:enumeration value="R&amp;P Clearance"/>
                    <xsd:enumeration value="Standards/Ops Only"/>
                    <xsd:enumeration value="Vendors (VIP)"/>
                  </xsd:restriction>
                </xsd:simpleType>
              </xsd:element>
            </xsd:sequence>
          </xsd:extension>
        </xsd:complexContent>
      </xsd:complexType>
    </xsd:element>
    <xsd:element name="Product_x0020_Delivery_x0020_Format" ma:index="15" nillable="true" ma:displayName="Product Delivery Format" ma:internalName="Product_x0020_Delivery_x0020_Format">
      <xsd:complexType>
        <xsd:complexContent>
          <xsd:extension base="dms:MultiChoice">
            <xsd:sequence>
              <xsd:element name="Value" maxOccurs="unbounded" minOccurs="0" nillable="true">
                <xsd:simpleType>
                  <xsd:restriction base="dms:Choice">
                    <xsd:enumeration value="Print"/>
                    <xsd:enumeration value="Manufactured Media"/>
                    <xsd:enumeration value="Online/Digital"/>
                  </xsd:restriction>
                </xsd:simpleType>
              </xsd:element>
            </xsd:sequence>
          </xsd:extension>
        </xsd:complexContent>
      </xsd:complexType>
    </xsd:element>
    <xsd:element name="Product_x0020_Type_x0028_s_x0029_" ma:index="16" nillable="true" ma:displayName="Product Type(s)" ma:default="None" ma:internalName="Product_x0020_Type_x0028_s_x0029_">
      <xsd:complexType>
        <xsd:complexContent>
          <xsd:extension base="dms:MultiChoice">
            <xsd:sequence>
              <xsd:element name="Value" maxOccurs="unbounded" minOccurs="0" nillable="true">
                <xsd:simpleType>
                  <xsd:restriction base="dms:Choice">
                    <xsd:enumeration value="None"/>
                    <xsd:enumeration value="Advantage Editions"/>
                    <xsd:enumeration value="Ancillaries - Digital"/>
                    <xsd:enumeration value="Ancillaries - Print"/>
                    <xsd:enumeration value="Annotated Editions"/>
                    <xsd:enumeration value="AP Editions"/>
                    <xsd:enumeration value="Custom"/>
                    <xsd:enumeration value="Digital Products (non-eBook)"/>
                    <xsd:enumeration value="eBook"/>
                    <xsd:enumeration value="K-12 Editions"/>
                    <xsd:enumeration value="K-12 HS Editions"/>
                    <xsd:enumeration value="Instructor Editions"/>
                    <xsd:enumeration value="International Editions"/>
                    <xsd:enumeration value="MindTap"/>
                    <xsd:enumeration value="National Geographic Learning"/>
                    <xsd:enumeration value="SimPub"/>
                    <xsd:enumeration value="Student/Base Editions"/>
                  </xsd:restriction>
                </xsd:simpleType>
              </xsd:element>
            </xsd:sequence>
          </xsd:extension>
        </xsd:complexContent>
      </xsd:complexType>
    </xsd:element>
    <xsd:element name="System_x0028_s_x0029_" ma:index="17" nillable="true" ma:displayName="System(s)" ma:default="None" ma:internalName="System_x0028_s_x0029_">
      <xsd:complexType>
        <xsd:complexContent>
          <xsd:extension base="dms:MultiChoice">
            <xsd:sequence>
              <xsd:element name="Value" maxOccurs="unbounded" minOccurs="0" nillable="true">
                <xsd:simpleType>
                  <xsd:restriction base="dms:Choice">
                    <xsd:enumeration value="None"/>
                    <xsd:enumeration value="Cardinal"/>
                    <xsd:enumeration value="CARTS"/>
                    <xsd:enumeration value="Compose"/>
                    <xsd:enumeration value="Docusphere"/>
                    <xsd:enumeration value="DropBox"/>
                    <xsd:enumeration value="E1"/>
                    <xsd:enumeration value="eProd"/>
                    <xsd:enumeration value="Geyser"/>
                    <xsd:enumeration value="Inside"/>
                    <xsd:enumeration value="Inside:ProdShare"/>
                    <xsd:enumeration value="IPS"/>
                    <xsd:enumeration value="JIRA"/>
                    <xsd:enumeration value="Mass Transit"/>
                    <xsd:enumeration value="ORCA"/>
                    <xsd:enumeration value="Printer Systems (JA/InSite/ePAC)"/>
                    <xsd:enumeration value="Rights Reporting Tool (RRT)"/>
                    <xsd:enumeration value="Rights Systems (RMS/CRS)"/>
                    <xsd:enumeration value="Telescope"/>
                  </xsd:restriction>
                </xsd:simpleType>
              </xsd:element>
            </xsd:sequence>
          </xsd:extension>
        </xsd:complexContent>
      </xsd:complexType>
    </xsd:element>
    <xsd:element name="Software" ma:index="18" nillable="true" ma:displayName="Software" ma:format="Dropdown" ma:internalName="Software">
      <xsd:simpleType>
        <xsd:restriction base="dms:Choice">
          <xsd:enumeration value="Adobe Acrobat"/>
          <xsd:enumeration value="Microsoft Visio"/>
          <xsd:enumeration value="PitStop"/>
        </xsd:restriction>
      </xsd:simpleType>
    </xsd:element>
    <xsd:element name="Screen" ma:index="19" nillable="true" ma:displayName="Screen" ma:format="Dropdown" ma:internalName="Screen">
      <xsd:simpleType>
        <xsd:restriction base="dms:Choice">
          <xsd:enumeration value="Attachments"/>
          <xsd:enumeration value="Dashboard(s)"/>
          <xsd:enumeration value="General/Multiple"/>
          <xsd:enumeration value="Main Setup"/>
          <xsd:enumeration value="MyTasks"/>
          <xsd:enumeration value="Narrative"/>
          <xsd:enumeration value="Plate"/>
          <xsd:enumeration value="Project Team"/>
          <xsd:enumeration value="Reprint Corrections"/>
          <xsd:enumeration value="Rights System View"/>
          <xsd:enumeration value="Routing"/>
          <xsd:enumeration value="Schedule"/>
          <xsd:enumeration value="Specifications"/>
          <xsd:enumeration value="Vendor Address Book"/>
          <xsd:enumeration value="Vendor Assignments"/>
        </xsd:restriction>
      </xsd:simpleType>
    </xsd:element>
    <xsd:element name="Component_x0028_s_x0029_" ma:index="20" nillable="true" ma:displayName="Component(s)" ma:default="None" ma:internalName="Component_x0028_s_x0029_">
      <xsd:complexType>
        <xsd:complexContent>
          <xsd:extension base="dms:MultiChoice">
            <xsd:sequence>
              <xsd:element name="Value" maxOccurs="unbounded" minOccurs="0" nillable="true">
                <xsd:simpleType>
                  <xsd:restriction base="dms:Choice">
                    <xsd:enumeration value="None"/>
                    <xsd:enumeration value="Book Covers"/>
                    <xsd:enumeration value="Book Endsheets"/>
                    <xsd:enumeration value="Book Inserts"/>
                    <xsd:enumeration value="Book Inside Covers"/>
                    <xsd:enumeration value="Book Interiors"/>
                    <xsd:enumeration value="Book Preface/FM/CR"/>
                    <xsd:enumeration value="CDs"/>
                    <xsd:enumeration value="DVDs"/>
                    <xsd:enumeration value="In-Book Ads"/>
                    <xsd:enumeration value="PACs"/>
                  </xsd:restriction>
                </xsd:simpleType>
              </xsd:element>
            </xsd:sequence>
          </xsd:extension>
        </xsd:complexContent>
      </xsd:complexType>
    </xsd:element>
    <xsd:element name="Portfolio" ma:index="30" nillable="true" ma:displayName="Portfolio" ma:hidden="true" ma:internalName="Portfolio" ma:readOnly="false">
      <xsd:complexType>
        <xsd:complexContent>
          <xsd:extension base="dms:MultiChoice">
            <xsd:sequence>
              <xsd:element name="Value" maxOccurs="unbounded" minOccurs="0" nillable="true">
                <xsd:simpleType>
                  <xsd:restriction base="dms:Choice">
                    <xsd:enumeration value="Higher Ed"/>
                    <xsd:enumeration value="NGL/International"/>
                    <xsd:enumeration value="School/Reference"/>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3520c62-91d1-4715-93cb-6b6cc6733a1f" elementFormDefault="qualified">
    <xsd:import namespace="http://schemas.microsoft.com/office/2006/documentManagement/types"/>
    <xsd:import namespace="http://schemas.microsoft.com/office/infopath/2007/PartnerControls"/>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 ma:index="23" nillable="true" ma:displayName="Document ID Value" ma:description="The value of the document ID assigned to this item." ma:internalName="_dlc_DocId" ma:readOnly="true">
      <xsd:simpleType>
        <xsd:restriction base="dms:Text"/>
      </xsd:simple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5"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E2E xmlns="f856fc18-c0f7-462c-a53d-fc2610d0c4c8">false</E2E>
    <Review_x0020_Notes xmlns="f856fc18-c0f7-462c-a53d-fc2610d0c4c8" xsi:nil="true"/>
    <_x0031_e_x0020_Audience xmlns="f856fc18-c0f7-462c-a53d-fc2610d0c4c8"/>
    <Screen xmlns="f856fc18-c0f7-462c-a53d-fc2610d0c4c8" xsi:nil="true"/>
    <Also_x0020_on_x0020_Doc_x0020_Center xmlns="f856fc18-c0f7-462c-a53d-fc2610d0c4c8">false</Also_x0020_on_x0020_Doc_x0020_Center>
    <Sub_x002d_Topic2 xmlns="f856fc18-c0f7-462c-a53d-fc2610d0c4c8" xsi:nil="true"/>
    <Current_x0020_Vrs_x002e__x0020_Date xmlns="f856fc18-c0f7-462c-a53d-fc2610d0c4c8" xsi:nil="true"/>
    <Product_x0020_Delivery_x0020_Format xmlns="f856fc18-c0f7-462c-a53d-fc2610d0c4c8"/>
    <Topic2 xmlns="f856fc18-c0f7-462c-a53d-fc2610d0c4c8" xsi:nil="true"/>
    <Source_x0020_File_x0020_Only xmlns="f856fc18-c0f7-462c-a53d-fc2610d0c4c8">false</Source_x0020_File_x0020_Only>
    <Doc_x0020_Type2 xmlns="f856fc18-c0f7-462c-a53d-fc2610d0c4c8" xsi:nil="true"/>
    <Owner xmlns="f856fc18-c0f7-462c-a53d-fc2610d0c4c8">
      <UserInfo>
        <DisplayName/>
        <AccountId xsi:nil="true"/>
        <AccountType/>
      </UserInfo>
    </Owner>
    <Software xmlns="f856fc18-c0f7-462c-a53d-fc2610d0c4c8" xsi:nil="true"/>
    <System_x0028_s_x0029_ xmlns="f856fc18-c0f7-462c-a53d-fc2610d0c4c8">
      <Value>None</Value>
    </System_x0028_s_x0029_>
    <Description0 xmlns="a4d2ff27-a226-42e2-a79e-c1ae662d212e" xsi:nil="true"/>
    <Product_x0020_Type_x0028_s_x0029_ xmlns="f856fc18-c0f7-462c-a53d-fc2610d0c4c8">
      <Value>None</Value>
    </Product_x0020_Type_x0028_s_x0029_>
    <Component_x0028_s_x0029_ xmlns="f856fc18-c0f7-462c-a53d-fc2610d0c4c8">
      <Value>None</Value>
    </Component_x0028_s_x0029_>
    <Function xmlns="f856fc18-c0f7-462c-a53d-fc2610d0c4c8" xsi:nil="true"/>
    <Portfolio xmlns="f856fc18-c0f7-462c-a53d-fc2610d0c4c8"/>
    <SPM_x0020_Definitions_x0020_Doc xmlns="f856fc18-c0f7-462c-a53d-fc2610d0c4c8">false</SPM_x0020_Definitions_x0020_Doc>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5FD8AF-03B6-40B7-84F4-489ECF9A03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d2ff27-a226-42e2-a79e-c1ae662d212e"/>
    <ds:schemaRef ds:uri="f856fc18-c0f7-462c-a53d-fc2610d0c4c8"/>
    <ds:schemaRef ds:uri="a3520c62-91d1-4715-93cb-6b6cc6733a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60B298-C6B1-4CA0-A44C-8B6FAB39D879}">
  <ds:schemaRefs>
    <ds:schemaRef ds:uri="http://purl.org/dc/terms/"/>
    <ds:schemaRef ds:uri="a3520c62-91d1-4715-93cb-6b6cc6733a1f"/>
    <ds:schemaRef ds:uri="http://schemas.microsoft.com/office/2006/documentManagement/types"/>
    <ds:schemaRef ds:uri="a4d2ff27-a226-42e2-a79e-c1ae662d212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f856fc18-c0f7-462c-a53d-fc2610d0c4c8"/>
    <ds:schemaRef ds:uri="http://www.w3.org/XML/1998/namespace"/>
    <ds:schemaRef ds:uri="http://purl.org/dc/dcmitype/"/>
  </ds:schemaRefs>
</ds:datastoreItem>
</file>

<file path=customXml/itemProps3.xml><?xml version="1.0" encoding="utf-8"?>
<ds:datastoreItem xmlns:ds="http://schemas.openxmlformats.org/officeDocument/2006/customXml" ds:itemID="{1FBD255F-1AB4-4B7F-97CA-248D24762D41}">
  <ds:schemaRefs>
    <ds:schemaRef ds:uri="http://schemas.microsoft.com/sharepoint/events"/>
  </ds:schemaRefs>
</ds:datastoreItem>
</file>

<file path=customXml/itemProps4.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13248</TotalTime>
  <Words>1434</Words>
  <Application>Microsoft Office PowerPoint</Application>
  <PresentationFormat>Widescreen</PresentationFormat>
  <Paragraphs>145</Paragraphs>
  <Slides>26</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Arial</vt:lpstr>
      <vt:lpstr>Arial</vt:lpstr>
      <vt:lpstr>Calibri</vt:lpstr>
      <vt:lpstr>Helvetica</vt:lpstr>
      <vt:lpstr>LucidaGrande</vt:lpstr>
      <vt:lpstr>Open Sans</vt:lpstr>
      <vt:lpstr>Summer Font</vt:lpstr>
      <vt:lpstr>Symbol</vt:lpstr>
      <vt:lpstr>Office Theme</vt:lpstr>
      <vt:lpstr>Equation</vt:lpstr>
      <vt:lpstr>Techniques of Integration</vt:lpstr>
      <vt:lpstr>7.8 Improper Integrals</vt:lpstr>
      <vt:lpstr>Improper Integrals</vt:lpstr>
      <vt:lpstr>Type 1: Infinite Intervals</vt:lpstr>
      <vt:lpstr>Type 1: Infinite Intervals (1 of 7)</vt:lpstr>
      <vt:lpstr>Type 1: Infinite Intervals (2 of 7)</vt:lpstr>
      <vt:lpstr>Type 1: Infinite Intervals (3 of 7)</vt:lpstr>
      <vt:lpstr>Type 1: Infinite Intervals (4 of 7)</vt:lpstr>
      <vt:lpstr>Type 1: Infinite Intervals (5 of 7)</vt:lpstr>
      <vt:lpstr>Example 1 </vt:lpstr>
      <vt:lpstr>Type 1: Infinite Intervals (6 of 7)</vt:lpstr>
      <vt:lpstr>Type 1: Infinite Intervals (7 of 7)</vt:lpstr>
      <vt:lpstr>Type 2: Discontinuous Integrands</vt:lpstr>
      <vt:lpstr>Type 2: Discontinuous Integrands (1 of 4)</vt:lpstr>
      <vt:lpstr>Type 2: Discontinuous Integrands (2 of 4)</vt:lpstr>
      <vt:lpstr>Type 2: Discontinuous Integrands (3 of 4)</vt:lpstr>
      <vt:lpstr>Type 2: Discontinuous Integrands (4 of 4)</vt:lpstr>
      <vt:lpstr>Example 5</vt:lpstr>
      <vt:lpstr>Example 5 – Solution</vt:lpstr>
      <vt:lpstr>A Comparison Test for Improper Integrals</vt:lpstr>
      <vt:lpstr>A Comparison Test for Improper Integrals (1 of 3)</vt:lpstr>
      <vt:lpstr>A Comparison Test for Improper Integrals (2 of 3)</vt:lpstr>
      <vt:lpstr>A Comparison Test for Improper Integrals (3 of 3)</vt:lpstr>
      <vt:lpstr>Example 9</vt:lpstr>
      <vt:lpstr>Example 9 – Solution (1 of 2)</vt:lpstr>
      <vt:lpstr>Example 9 – Solution (2 of 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Triola, Courtney A</dc:creator>
  <cp:lastModifiedBy>Andrew</cp:lastModifiedBy>
  <cp:revision>1468</cp:revision>
  <cp:lastPrinted>2022-06-29T18:39:24Z</cp:lastPrinted>
  <dcterms:created xsi:type="dcterms:W3CDTF">2017-12-08T21:17:47Z</dcterms:created>
  <dcterms:modified xsi:type="dcterms:W3CDTF">2022-07-05T20:59:34Z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0x0101002A5D52E595BC2A47A3DCA88123D2A30D</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_SourceUrl">
    <vt:lpwstr/>
  </property>
  <property fmtid="{D5CDD505-2E9C-101B-9397-08002B2CF9AE}" pid="9" name="_SharedFileIndex">
    <vt:lpwstr/>
  </property>
  <property fmtid="{D5CDD505-2E9C-101B-9397-08002B2CF9AE}" pid="10" name="Audience">
    <vt:lpwstr>Content Developer</vt:lpwstr>
  </property>
  <property fmtid="{D5CDD505-2E9C-101B-9397-08002B2CF9AE}" pid="11" name="Department">
    <vt:lpwstr>GPM Training</vt:lpwstr>
  </property>
  <property fmtid="{D5CDD505-2E9C-101B-9397-08002B2CF9AE}" pid="12" name="ComplianceAssetId">
    <vt:lpwstr/>
  </property>
  <property fmtid="{D5CDD505-2E9C-101B-9397-08002B2CF9AE}" pid="13" name="TemplateUrl">
    <vt:lpwstr/>
  </property>
  <property fmtid="{D5CDD505-2E9C-101B-9397-08002B2CF9AE}" pid="14" name="_dlc_DocIdItemGuid">
    <vt:lpwstr>8b70cda3-413b-4766-b009-7cf0a547d69e</vt:lpwstr>
  </property>
</Properties>
</file>